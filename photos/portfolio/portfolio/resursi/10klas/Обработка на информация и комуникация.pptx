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4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27EA4-DBF6-492E-B599-97922FE223B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E83B3-5BF1-4F15-8B53-51F79AFB3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64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E83B3-5BF1-4F15-8B53-51F79AFB375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84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 smtClean="0"/>
              <a:t>Щракнете за редакция стил подзагл. обр.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3069-8390-42E9-92D8-5AE8B2707B0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A359-41AF-422A-BD62-10B074933B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3069-8390-42E9-92D8-5AE8B2707B0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A359-41AF-422A-BD62-10B074933B6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3069-8390-42E9-92D8-5AE8B2707B0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A359-41AF-422A-BD62-10B074933B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3069-8390-42E9-92D8-5AE8B2707B0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A359-41AF-422A-BD62-10B074933B6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3069-8390-42E9-92D8-5AE8B2707B0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A359-41AF-422A-BD62-10B074933B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3069-8390-42E9-92D8-5AE8B2707B0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A359-41AF-422A-BD62-10B074933B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3069-8390-42E9-92D8-5AE8B2707B0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A359-41AF-422A-BD62-10B074933B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3069-8390-42E9-92D8-5AE8B2707B0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A359-41AF-422A-BD62-10B074933B6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3069-8390-42E9-92D8-5AE8B2707B0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A359-41AF-422A-BD62-10B074933B6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3069-8390-42E9-92D8-5AE8B2707B0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A359-41AF-422A-BD62-10B074933B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3069-8390-42E9-92D8-5AE8B2707B0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7A359-41AF-422A-BD62-10B074933B62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CD193069-8390-42E9-92D8-5AE8B2707B0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05E7A359-41AF-422A-BD62-10B074933B6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Обработка на </a:t>
            </a:r>
            <a:br>
              <a:rPr lang="ru-RU" dirty="0" smtClean="0"/>
            </a:br>
            <a:r>
              <a:rPr lang="ru-RU" dirty="0" smtClean="0"/>
              <a:t>информация и </a:t>
            </a:r>
            <a:r>
              <a:rPr lang="ru-RU" dirty="0" err="1" smtClean="0"/>
              <a:t>комуникация</a:t>
            </a:r>
            <a:endParaRPr lang="en-US" dirty="0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3200" b="1" dirty="0" err="1" smtClean="0"/>
              <a:t>Оценяване</a:t>
            </a:r>
            <a:r>
              <a:rPr lang="ru-RU" sz="3200" b="1" dirty="0" smtClean="0"/>
              <a:t> на </a:t>
            </a:r>
            <a:r>
              <a:rPr lang="ru-RU" sz="3200" b="1" dirty="0" err="1" smtClean="0"/>
              <a:t>валидността</a:t>
            </a:r>
            <a:r>
              <a:rPr lang="ru-RU" sz="3200" b="1" dirty="0" smtClean="0"/>
              <a:t> и </a:t>
            </a:r>
            <a:r>
              <a:rPr lang="ru-RU" sz="3200" b="1" dirty="0" err="1" smtClean="0"/>
              <a:t>надеждността</a:t>
            </a:r>
            <a:r>
              <a:rPr lang="ru-RU" sz="3200" b="1" dirty="0" smtClean="0"/>
              <a:t> на </a:t>
            </a:r>
            <a:r>
              <a:rPr lang="ru-RU" sz="3200" b="1" dirty="0" err="1" smtClean="0"/>
              <a:t>информацията</a:t>
            </a:r>
            <a:endParaRPr lang="ru-RU" sz="3200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203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>
          <a:xfrm>
            <a:off x="762000" y="2362200"/>
            <a:ext cx="7408333" cy="3450696"/>
          </a:xfrm>
        </p:spPr>
        <p:txBody>
          <a:bodyPr>
            <a:normAutofit fontScale="62500" lnSpcReduction="20000"/>
          </a:bodyPr>
          <a:lstStyle/>
          <a:p>
            <a:endParaRPr lang="ru-RU" sz="6000" b="1" dirty="0" smtClean="0"/>
          </a:p>
          <a:p>
            <a:endParaRPr lang="ru-RU" sz="6000" b="1" dirty="0" smtClean="0"/>
          </a:p>
          <a:p>
            <a:r>
              <a:rPr lang="ru-RU" sz="3200" b="1" dirty="0" smtClean="0"/>
              <a:t>А) </a:t>
            </a:r>
            <a:r>
              <a:rPr lang="ru-RU" sz="3200" b="1" dirty="0" err="1"/>
              <a:t>т</a:t>
            </a:r>
            <a:r>
              <a:rPr lang="ru-RU" sz="3200" b="1" dirty="0" err="1" smtClean="0"/>
              <a:t>радиционни</a:t>
            </a:r>
            <a:r>
              <a:rPr lang="ru-RU" sz="3200" b="1" dirty="0" smtClean="0"/>
              <a:t> </a:t>
            </a:r>
            <a:r>
              <a:rPr lang="ru-RU" sz="3200" dirty="0" smtClean="0"/>
              <a:t>-  чрез </a:t>
            </a:r>
            <a:r>
              <a:rPr lang="ru-RU" sz="3200" dirty="0" err="1" smtClean="0"/>
              <a:t>хартиен</a:t>
            </a:r>
            <a:r>
              <a:rPr lang="ru-RU" sz="3200" dirty="0" smtClean="0"/>
              <a:t> </a:t>
            </a:r>
            <a:r>
              <a:rPr lang="ru-RU" sz="3200" dirty="0" err="1" smtClean="0"/>
              <a:t>носител</a:t>
            </a:r>
            <a:r>
              <a:rPr lang="ru-RU" sz="3200" dirty="0" smtClean="0"/>
              <a:t> , чрез </a:t>
            </a:r>
            <a:r>
              <a:rPr lang="ru-RU" sz="3200" dirty="0" err="1" smtClean="0"/>
              <a:t>различни</a:t>
            </a:r>
            <a:r>
              <a:rPr lang="ru-RU" sz="3200" dirty="0" smtClean="0"/>
              <a:t> </a:t>
            </a:r>
            <a:r>
              <a:rPr lang="ru-RU" sz="3200" dirty="0" err="1" smtClean="0"/>
              <a:t>медии</a:t>
            </a:r>
            <a:r>
              <a:rPr lang="ru-RU" sz="3200" dirty="0" smtClean="0"/>
              <a:t>, издания, </a:t>
            </a:r>
            <a:r>
              <a:rPr lang="ru-RU" sz="3200" dirty="0" err="1" smtClean="0"/>
              <a:t>документи</a:t>
            </a:r>
            <a:r>
              <a:rPr lang="ru-RU" sz="3200" dirty="0" smtClean="0"/>
              <a:t>);</a:t>
            </a:r>
          </a:p>
          <a:p>
            <a:pPr marL="0" indent="0">
              <a:buNone/>
            </a:pPr>
            <a:r>
              <a:rPr lang="ru-RU" sz="3200" dirty="0" smtClean="0"/>
              <a:t>     </a:t>
            </a:r>
            <a:r>
              <a:rPr lang="ru-RU" sz="3200" b="1" dirty="0" smtClean="0"/>
              <a:t>Б) </a:t>
            </a:r>
            <a:r>
              <a:rPr lang="ru-RU" sz="3200" b="1" dirty="0" err="1" smtClean="0"/>
              <a:t>разпространение</a:t>
            </a:r>
            <a:r>
              <a:rPr lang="ru-RU" sz="3200" b="1" dirty="0" smtClean="0"/>
              <a:t> на </a:t>
            </a:r>
            <a:r>
              <a:rPr lang="ru-RU" sz="3200" b="1" dirty="0" err="1" smtClean="0"/>
              <a:t>дигитална</a:t>
            </a:r>
            <a:r>
              <a:rPr lang="ru-RU" sz="3200" b="1" dirty="0" smtClean="0"/>
              <a:t> </a:t>
            </a:r>
            <a:r>
              <a:rPr lang="ru-RU" sz="3200" b="1" dirty="0" err="1" smtClean="0"/>
              <a:t>информацията</a:t>
            </a:r>
            <a:r>
              <a:rPr lang="ru-RU" sz="3200" b="1" dirty="0" smtClean="0"/>
              <a:t>:</a:t>
            </a:r>
          </a:p>
          <a:p>
            <a:endParaRPr lang="ru-RU" sz="3200" dirty="0"/>
          </a:p>
          <a:p>
            <a:r>
              <a:rPr lang="ru-RU" sz="3200" dirty="0"/>
              <a:t> </a:t>
            </a:r>
            <a:r>
              <a:rPr lang="ru-RU" sz="3200" b="1" dirty="0" err="1"/>
              <a:t>Електронен</a:t>
            </a:r>
            <a:r>
              <a:rPr lang="ru-RU" sz="3200" b="1" dirty="0"/>
              <a:t> обмен на </a:t>
            </a:r>
            <a:r>
              <a:rPr lang="ru-RU" sz="3200" b="1" dirty="0" err="1"/>
              <a:t>данни</a:t>
            </a:r>
            <a:r>
              <a:rPr lang="ru-RU" sz="3200" b="1" dirty="0"/>
              <a:t> EDI (</a:t>
            </a:r>
            <a:r>
              <a:rPr lang="ru-RU" sz="3200" b="1" dirty="0" err="1"/>
              <a:t>Electronic</a:t>
            </a:r>
            <a:r>
              <a:rPr lang="ru-RU" sz="3200" b="1" dirty="0"/>
              <a:t> </a:t>
            </a:r>
            <a:r>
              <a:rPr lang="ru-RU" sz="3200" b="1" dirty="0" err="1"/>
              <a:t>Data</a:t>
            </a:r>
            <a:r>
              <a:rPr lang="ru-RU" sz="3200" b="1" dirty="0"/>
              <a:t> </a:t>
            </a:r>
            <a:r>
              <a:rPr lang="ru-RU" sz="3200" b="1" dirty="0" err="1"/>
              <a:t>Interchange</a:t>
            </a:r>
            <a:r>
              <a:rPr lang="ru-RU" sz="3200" b="1" dirty="0"/>
              <a:t>) </a:t>
            </a:r>
            <a:r>
              <a:rPr lang="ru-RU" sz="3200" dirty="0"/>
              <a:t>–</a:t>
            </a:r>
          </a:p>
          <a:p>
            <a:pPr marL="0" indent="0">
              <a:buNone/>
            </a:pPr>
            <a:r>
              <a:rPr lang="ru-RU" sz="3200" dirty="0"/>
              <a:t> </a:t>
            </a:r>
            <a:r>
              <a:rPr lang="ru-RU" sz="3200" dirty="0" err="1"/>
              <a:t>стандартизиран</a:t>
            </a:r>
            <a:r>
              <a:rPr lang="ru-RU" sz="3200" dirty="0"/>
              <a:t> начин за обмен на </a:t>
            </a:r>
            <a:r>
              <a:rPr lang="ru-RU" sz="3200" dirty="0" err="1"/>
              <a:t>делови</a:t>
            </a:r>
            <a:r>
              <a:rPr lang="ru-RU" sz="3200" dirty="0"/>
              <a:t> </a:t>
            </a:r>
            <a:r>
              <a:rPr lang="ru-RU" sz="3200" dirty="0" err="1"/>
              <a:t>документи</a:t>
            </a:r>
            <a:r>
              <a:rPr lang="ru-RU" sz="3200" dirty="0"/>
              <a:t> между </a:t>
            </a:r>
            <a:r>
              <a:rPr lang="ru-RU" sz="3200" dirty="0" err="1"/>
              <a:t>отделни</a:t>
            </a:r>
            <a:r>
              <a:rPr lang="ru-RU" sz="3200" dirty="0"/>
              <a:t> </a:t>
            </a:r>
            <a:r>
              <a:rPr lang="ru-RU" sz="3200" dirty="0" err="1"/>
              <a:t>електронни</a:t>
            </a:r>
            <a:r>
              <a:rPr lang="ru-RU" sz="3200" dirty="0"/>
              <a:t> </a:t>
            </a:r>
            <a:r>
              <a:rPr lang="ru-RU" sz="3200" dirty="0" err="1"/>
              <a:t>системи</a:t>
            </a:r>
            <a:r>
              <a:rPr lang="ru-RU" sz="3200" dirty="0" smtClean="0"/>
              <a:t>.</a:t>
            </a:r>
            <a:endParaRPr lang="ru-RU" sz="3200" dirty="0"/>
          </a:p>
        </p:txBody>
      </p:sp>
      <p:sp>
        <p:nvSpPr>
          <p:cNvPr id="4" name="Заглавие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1. Начини </a:t>
            </a:r>
            <a:r>
              <a:rPr lang="ru-RU" dirty="0"/>
              <a:t>за </a:t>
            </a:r>
            <a:r>
              <a:rPr lang="ru-RU" dirty="0" err="1"/>
              <a:t>разпространение</a:t>
            </a:r>
            <a:r>
              <a:rPr lang="ru-RU" dirty="0"/>
              <a:t> на </a:t>
            </a:r>
            <a:r>
              <a:rPr lang="ru-RU" dirty="0" err="1"/>
              <a:t>информацията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152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err="1"/>
              <a:t>Уеб-базирани</a:t>
            </a:r>
            <a:r>
              <a:rPr lang="ru-RU" b="1" dirty="0"/>
              <a:t> услуги за обработка на </a:t>
            </a:r>
            <a:r>
              <a:rPr lang="ru-RU" b="1" dirty="0" err="1"/>
              <a:t>въведена</a:t>
            </a:r>
            <a:r>
              <a:rPr lang="ru-RU" b="1" dirty="0"/>
              <a:t> </a:t>
            </a:r>
            <a:r>
              <a:rPr lang="ru-RU" sz="2200" b="1" dirty="0"/>
              <a:t>информация</a:t>
            </a:r>
            <a:r>
              <a:rPr lang="ru-RU" b="1" dirty="0"/>
              <a:t> и </a:t>
            </a:r>
            <a:r>
              <a:rPr lang="ru-RU" b="1" dirty="0" err="1"/>
              <a:t>предаване</a:t>
            </a:r>
            <a:r>
              <a:rPr lang="ru-RU" b="1" dirty="0"/>
              <a:t> на </a:t>
            </a:r>
            <a:r>
              <a:rPr lang="ru-RU" b="1" dirty="0" err="1"/>
              <a:t>електронни</a:t>
            </a:r>
            <a:r>
              <a:rPr lang="ru-RU" b="1" dirty="0"/>
              <a:t> </a:t>
            </a:r>
            <a:r>
              <a:rPr lang="ru-RU" b="1" dirty="0" err="1"/>
              <a:t>документи</a:t>
            </a:r>
            <a:r>
              <a:rPr lang="ru-RU" b="1" dirty="0"/>
              <a:t>, </a:t>
            </a:r>
            <a:r>
              <a:rPr lang="ru-RU" b="1" dirty="0" err="1"/>
              <a:t>предоставени</a:t>
            </a:r>
            <a:r>
              <a:rPr lang="ru-RU" b="1" dirty="0"/>
              <a:t> от </a:t>
            </a:r>
            <a:r>
              <a:rPr lang="ru-RU" b="1" dirty="0" err="1"/>
              <a:t>различни</a:t>
            </a:r>
            <a:r>
              <a:rPr lang="ru-RU" b="1" dirty="0"/>
              <a:t> институции. </a:t>
            </a:r>
            <a:r>
              <a:rPr lang="ru-RU" dirty="0" smtClean="0"/>
              <a:t>RSS </a:t>
            </a:r>
            <a:r>
              <a:rPr lang="ru-RU" dirty="0"/>
              <a:t>(</a:t>
            </a:r>
            <a:r>
              <a:rPr lang="ru-RU" dirty="0" err="1"/>
              <a:t>Really</a:t>
            </a:r>
            <a:r>
              <a:rPr lang="ru-RU" dirty="0"/>
              <a:t> </a:t>
            </a:r>
            <a:r>
              <a:rPr lang="ru-RU" dirty="0" err="1"/>
              <a:t>Simple</a:t>
            </a:r>
            <a:r>
              <a:rPr lang="ru-RU" dirty="0"/>
              <a:t> </a:t>
            </a:r>
            <a:r>
              <a:rPr lang="ru-RU" dirty="0" err="1"/>
              <a:t>Syndication</a:t>
            </a:r>
            <a:r>
              <a:rPr lang="ru-RU" dirty="0"/>
              <a:t>) канали – </a:t>
            </a:r>
            <a:r>
              <a:rPr lang="ru-RU" dirty="0" smtClean="0"/>
              <a:t>удобен </a:t>
            </a:r>
            <a:r>
              <a:rPr lang="ru-RU" dirty="0"/>
              <a:t>начин за </a:t>
            </a:r>
            <a:r>
              <a:rPr lang="ru-RU" dirty="0" err="1"/>
              <a:t>бърз</a:t>
            </a:r>
            <a:r>
              <a:rPr lang="ru-RU" dirty="0"/>
              <a:t> и </a:t>
            </a:r>
            <a:r>
              <a:rPr lang="ru-RU" dirty="0" err="1"/>
              <a:t>лесен</a:t>
            </a:r>
            <a:r>
              <a:rPr lang="ru-RU" dirty="0"/>
              <a:t> </a:t>
            </a:r>
            <a:r>
              <a:rPr lang="ru-RU" dirty="0" err="1"/>
              <a:t>достъп</a:t>
            </a:r>
            <a:r>
              <a:rPr lang="ru-RU" dirty="0"/>
              <a:t> до теми, </a:t>
            </a:r>
            <a:r>
              <a:rPr lang="ru-RU" dirty="0" err="1"/>
              <a:t>новини</a:t>
            </a:r>
            <a:r>
              <a:rPr lang="ru-RU" dirty="0"/>
              <a:t> и актуализации на </a:t>
            </a:r>
            <a:r>
              <a:rPr lang="ru-RU" dirty="0" err="1"/>
              <a:t>съдържания</a:t>
            </a:r>
            <a:r>
              <a:rPr lang="ru-RU" dirty="0"/>
              <a:t>, без да се </a:t>
            </a:r>
            <a:r>
              <a:rPr lang="ru-RU" dirty="0" err="1"/>
              <a:t>налага</a:t>
            </a:r>
            <a:r>
              <a:rPr lang="ru-RU" dirty="0"/>
              <a:t> посещение на конкретен сайт. За </a:t>
            </a:r>
            <a:r>
              <a:rPr lang="ru-RU" dirty="0" err="1"/>
              <a:t>целта</a:t>
            </a:r>
            <a:r>
              <a:rPr lang="ru-RU" dirty="0"/>
              <a:t> се </a:t>
            </a:r>
            <a:r>
              <a:rPr lang="ru-RU" dirty="0" err="1"/>
              <a:t>използват</a:t>
            </a:r>
            <a:r>
              <a:rPr lang="ru-RU" dirty="0"/>
              <a:t> </a:t>
            </a:r>
            <a:r>
              <a:rPr lang="ru-RU" dirty="0" err="1"/>
              <a:t>специални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, </a:t>
            </a:r>
            <a:r>
              <a:rPr lang="ru-RU" dirty="0" err="1"/>
              <a:t>наречени</a:t>
            </a:r>
            <a:r>
              <a:rPr lang="ru-RU" dirty="0"/>
              <a:t> RSS </a:t>
            </a:r>
            <a:r>
              <a:rPr lang="ru-RU" dirty="0" err="1"/>
              <a:t>четци</a:t>
            </a:r>
            <a:r>
              <a:rPr lang="ru-RU" dirty="0"/>
              <a:t> (</a:t>
            </a:r>
            <a:r>
              <a:rPr lang="ru-RU" dirty="0" err="1"/>
              <a:t>уеб-базирани</a:t>
            </a:r>
            <a:r>
              <a:rPr lang="ru-RU" dirty="0"/>
              <a:t> или </a:t>
            </a:r>
            <a:r>
              <a:rPr lang="ru-RU" dirty="0" err="1"/>
              <a:t>като</a:t>
            </a:r>
            <a:r>
              <a:rPr lang="ru-RU" dirty="0"/>
              <a:t> приложения за </a:t>
            </a:r>
            <a:r>
              <a:rPr lang="ru-RU" dirty="0" err="1"/>
              <a:t>инсталиране</a:t>
            </a:r>
            <a:r>
              <a:rPr lang="ru-RU" dirty="0"/>
              <a:t>), </a:t>
            </a:r>
            <a:r>
              <a:rPr lang="ru-RU" dirty="0" err="1"/>
              <a:t>които</a:t>
            </a:r>
            <a:r>
              <a:rPr lang="ru-RU" dirty="0"/>
              <a:t> </a:t>
            </a:r>
            <a:r>
              <a:rPr lang="ru-RU" dirty="0" err="1"/>
              <a:t>събират</a:t>
            </a:r>
            <a:r>
              <a:rPr lang="ru-RU" dirty="0"/>
              <a:t> на </a:t>
            </a:r>
            <a:r>
              <a:rPr lang="ru-RU" dirty="0" err="1"/>
              <a:t>едно</a:t>
            </a:r>
            <a:r>
              <a:rPr lang="ru-RU" dirty="0"/>
              <a:t> </a:t>
            </a:r>
            <a:r>
              <a:rPr lang="ru-RU" dirty="0" err="1"/>
              <a:t>място</a:t>
            </a:r>
            <a:r>
              <a:rPr lang="ru-RU" dirty="0"/>
              <a:t> </a:t>
            </a:r>
            <a:r>
              <a:rPr lang="ru-RU" dirty="0" err="1"/>
              <a:t>новините</a:t>
            </a:r>
            <a:r>
              <a:rPr lang="ru-RU" dirty="0"/>
              <a:t> от </a:t>
            </a:r>
            <a:r>
              <a:rPr lang="ru-RU" dirty="0" err="1"/>
              <a:t>различни</a:t>
            </a:r>
            <a:r>
              <a:rPr lang="ru-RU" dirty="0"/>
              <a:t> интернет </a:t>
            </a:r>
            <a:r>
              <a:rPr lang="ru-RU" dirty="0" err="1"/>
              <a:t>източници</a:t>
            </a:r>
            <a:r>
              <a:rPr lang="ru-RU" dirty="0"/>
              <a:t> (например </a:t>
            </a:r>
            <a:r>
              <a:rPr lang="ru-RU" dirty="0" err="1"/>
              <a:t>Google</a:t>
            </a:r>
            <a:r>
              <a:rPr lang="ru-RU" dirty="0"/>
              <a:t> </a:t>
            </a:r>
            <a:r>
              <a:rPr lang="ru-RU" dirty="0" err="1"/>
              <a:t>News</a:t>
            </a:r>
            <a:r>
              <a:rPr lang="ru-RU" dirty="0"/>
              <a:t>). </a:t>
            </a:r>
          </a:p>
          <a:p>
            <a:r>
              <a:rPr lang="ru-RU" b="1" dirty="0" err="1"/>
              <a:t>Социални</a:t>
            </a:r>
            <a:r>
              <a:rPr lang="ru-RU" b="1" dirty="0"/>
              <a:t> мрежи, </a:t>
            </a:r>
            <a:r>
              <a:rPr lang="ru-RU" b="1" dirty="0" err="1"/>
              <a:t>блогове</a:t>
            </a:r>
            <a:r>
              <a:rPr lang="ru-RU" b="1" dirty="0"/>
              <a:t>, чат </a:t>
            </a:r>
            <a:r>
              <a:rPr lang="ru-RU" b="1" dirty="0" err="1"/>
              <a:t>групи</a:t>
            </a:r>
            <a:r>
              <a:rPr lang="ru-RU" b="1" dirty="0"/>
              <a:t> и др.</a:t>
            </a:r>
          </a:p>
          <a:p>
            <a:endParaRPr lang="ru-RU" dirty="0"/>
          </a:p>
          <a:p>
            <a:endParaRPr lang="ru-RU" dirty="0"/>
          </a:p>
          <a:p>
            <a:endParaRPr lang="en-US" dirty="0"/>
          </a:p>
        </p:txBody>
      </p:sp>
      <p:sp>
        <p:nvSpPr>
          <p:cNvPr id="3" name="Заглавие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1. </a:t>
            </a:r>
            <a:r>
              <a:rPr lang="ru-RU" dirty="0"/>
              <a:t>Начини за </a:t>
            </a:r>
            <a:r>
              <a:rPr lang="ru-RU" dirty="0" err="1"/>
              <a:t>разпространение</a:t>
            </a:r>
            <a:r>
              <a:rPr lang="ru-RU" dirty="0"/>
              <a:t> на </a:t>
            </a:r>
            <a:r>
              <a:rPr lang="ru-RU" dirty="0" err="1"/>
              <a:t>информацията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06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200" dirty="0" err="1"/>
              <a:t>Получената</a:t>
            </a:r>
            <a:r>
              <a:rPr lang="ru-RU" sz="2200" dirty="0"/>
              <a:t> по </a:t>
            </a:r>
            <a:r>
              <a:rPr lang="ru-RU" sz="2200" dirty="0" err="1"/>
              <a:t>електронен</a:t>
            </a:r>
            <a:r>
              <a:rPr lang="ru-RU" sz="2200" dirty="0"/>
              <a:t> </a:t>
            </a:r>
            <a:r>
              <a:rPr lang="ru-RU" sz="2200" dirty="0" err="1"/>
              <a:t>път</a:t>
            </a:r>
            <a:r>
              <a:rPr lang="ru-RU" sz="2200" dirty="0"/>
              <a:t> информация </a:t>
            </a:r>
            <a:r>
              <a:rPr lang="ru-RU" sz="2200" dirty="0" smtClean="0"/>
              <a:t>е</a:t>
            </a:r>
          </a:p>
          <a:p>
            <a:pPr marL="0" indent="0">
              <a:buNone/>
            </a:pPr>
            <a:r>
              <a:rPr lang="ru-RU" sz="2200" dirty="0" smtClean="0"/>
              <a:t>добре </a:t>
            </a:r>
            <a:r>
              <a:rPr lang="ru-RU" sz="2200" dirty="0"/>
              <a:t>да </a:t>
            </a:r>
            <a:r>
              <a:rPr lang="ru-RU" sz="2200" dirty="0" err="1"/>
              <a:t>бъде</a:t>
            </a:r>
            <a:r>
              <a:rPr lang="ru-RU" sz="2200" dirty="0"/>
              <a:t> оценена по отношение </a:t>
            </a:r>
          </a:p>
          <a:p>
            <a:pPr marL="0" indent="0">
              <a:buNone/>
            </a:pPr>
            <a:r>
              <a:rPr lang="ru-RU" sz="2200" dirty="0"/>
              <a:t>на </a:t>
            </a:r>
            <a:r>
              <a:rPr lang="ru-RU" sz="2200" dirty="0" err="1"/>
              <a:t>достоверност</a:t>
            </a:r>
            <a:r>
              <a:rPr lang="ru-RU" sz="2200" dirty="0"/>
              <a:t> и </a:t>
            </a:r>
            <a:r>
              <a:rPr lang="ru-RU" sz="2200" dirty="0" err="1"/>
              <a:t>надеждност</a:t>
            </a:r>
            <a:r>
              <a:rPr lang="ru-RU" sz="2200" dirty="0"/>
              <a:t>, </a:t>
            </a:r>
            <a:r>
              <a:rPr lang="ru-RU" sz="2200" dirty="0" err="1"/>
              <a:t>преди</a:t>
            </a:r>
            <a:r>
              <a:rPr lang="ru-RU" sz="2200" dirty="0"/>
              <a:t> да </a:t>
            </a:r>
            <a:r>
              <a:rPr lang="ru-RU" sz="2200" dirty="0" err="1"/>
              <a:t>бъде</a:t>
            </a:r>
            <a:r>
              <a:rPr lang="ru-RU" sz="2200" dirty="0"/>
              <a:t> </a:t>
            </a:r>
            <a:r>
              <a:rPr lang="ru-RU" sz="2200" dirty="0" err="1"/>
              <a:t>използвана</a:t>
            </a:r>
            <a:r>
              <a:rPr lang="ru-RU" sz="2200" dirty="0"/>
              <a:t>. </a:t>
            </a:r>
            <a:r>
              <a:rPr lang="ru-RU" sz="2200" dirty="0" err="1"/>
              <a:t>Обикновено</a:t>
            </a:r>
            <a:r>
              <a:rPr lang="ru-RU" sz="2200" dirty="0"/>
              <a:t> </a:t>
            </a:r>
            <a:r>
              <a:rPr lang="ru-RU" sz="2200" dirty="0" err="1"/>
              <a:t>това</a:t>
            </a:r>
            <a:r>
              <a:rPr lang="ru-RU" sz="2200" dirty="0"/>
              <a:t> </a:t>
            </a:r>
            <a:r>
              <a:rPr lang="ru-RU" sz="2200" dirty="0" err="1"/>
              <a:t>включва</a:t>
            </a:r>
            <a:r>
              <a:rPr lang="ru-RU" sz="2200" dirty="0"/>
              <a:t>: </a:t>
            </a:r>
          </a:p>
          <a:p>
            <a:r>
              <a:rPr lang="ru-RU" sz="2200" dirty="0" err="1"/>
              <a:t>изясняване</a:t>
            </a:r>
            <a:r>
              <a:rPr lang="ru-RU" sz="2200" dirty="0"/>
              <a:t> статуса и </a:t>
            </a:r>
            <a:r>
              <a:rPr lang="ru-RU" sz="2200" dirty="0" err="1"/>
              <a:t>актуалността</a:t>
            </a:r>
            <a:r>
              <a:rPr lang="ru-RU" sz="2200" dirty="0"/>
              <a:t> на </a:t>
            </a:r>
            <a:r>
              <a:rPr lang="ru-RU" sz="2200" dirty="0" err="1"/>
              <a:t>съобщението</a:t>
            </a:r>
            <a:r>
              <a:rPr lang="ru-RU" sz="2200" dirty="0"/>
              <a:t>; </a:t>
            </a:r>
          </a:p>
          <a:p>
            <a:r>
              <a:rPr lang="ru-RU" sz="2200" dirty="0" err="1"/>
              <a:t>установяване</a:t>
            </a:r>
            <a:r>
              <a:rPr lang="ru-RU" sz="2200" dirty="0"/>
              <a:t> </a:t>
            </a:r>
            <a:r>
              <a:rPr lang="ru-RU" sz="2200" dirty="0" err="1"/>
              <a:t>точността</a:t>
            </a:r>
            <a:r>
              <a:rPr lang="ru-RU" sz="2200" dirty="0"/>
              <a:t> на </a:t>
            </a:r>
            <a:r>
              <a:rPr lang="ru-RU" sz="2200" dirty="0" err="1"/>
              <a:t>информацията</a:t>
            </a:r>
            <a:r>
              <a:rPr lang="ru-RU" sz="2200" dirty="0"/>
              <a:t> – </a:t>
            </a:r>
            <a:r>
              <a:rPr lang="ru-RU" sz="2200" dirty="0" err="1"/>
              <a:t>съществуващи</a:t>
            </a:r>
            <a:r>
              <a:rPr lang="ru-RU" sz="2200" dirty="0"/>
              <a:t> грешки и </a:t>
            </a:r>
            <a:r>
              <a:rPr lang="ru-RU" sz="2200" dirty="0" err="1"/>
              <a:t>техния</a:t>
            </a:r>
            <a:r>
              <a:rPr lang="ru-RU" sz="2200" dirty="0"/>
              <a:t> характер; </a:t>
            </a:r>
          </a:p>
          <a:p>
            <a:endParaRPr lang="en-US" dirty="0"/>
          </a:p>
        </p:txBody>
      </p:sp>
      <p:sp>
        <p:nvSpPr>
          <p:cNvPr id="3" name="Заглавие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2. Достоверност на информацията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23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200" dirty="0"/>
              <a:t>проверка дали </a:t>
            </a:r>
            <a:r>
              <a:rPr lang="ru-RU" sz="2200" dirty="0" err="1"/>
              <a:t>дадената</a:t>
            </a:r>
            <a:r>
              <a:rPr lang="ru-RU" sz="2200" dirty="0"/>
              <a:t> информация е </a:t>
            </a:r>
            <a:r>
              <a:rPr lang="ru-RU" sz="2200" dirty="0" err="1"/>
              <a:t>подкрепена</a:t>
            </a:r>
            <a:r>
              <a:rPr lang="ru-RU" sz="2200" dirty="0"/>
              <a:t> с </a:t>
            </a:r>
            <a:r>
              <a:rPr lang="ru-RU" sz="2200" dirty="0" err="1"/>
              <a:t>факти</a:t>
            </a:r>
            <a:r>
              <a:rPr lang="ru-RU" sz="2200" dirty="0"/>
              <a:t>;</a:t>
            </a:r>
          </a:p>
          <a:p>
            <a:r>
              <a:rPr lang="ru-RU" sz="2200" dirty="0" err="1"/>
              <a:t>съпоставяне</a:t>
            </a:r>
            <a:r>
              <a:rPr lang="ru-RU" sz="2200" dirty="0"/>
              <a:t> на </a:t>
            </a:r>
            <a:r>
              <a:rPr lang="ru-RU" sz="2200" dirty="0" err="1"/>
              <a:t>фактите</a:t>
            </a:r>
            <a:r>
              <a:rPr lang="ru-RU" sz="2200" dirty="0"/>
              <a:t> с </a:t>
            </a:r>
            <a:r>
              <a:rPr lang="ru-RU" sz="2200" dirty="0" err="1"/>
              <a:t>такива</a:t>
            </a:r>
            <a:r>
              <a:rPr lang="ru-RU" sz="2200" dirty="0"/>
              <a:t> от </a:t>
            </a:r>
            <a:r>
              <a:rPr lang="ru-RU" sz="2200" dirty="0" err="1"/>
              <a:t>други</a:t>
            </a:r>
            <a:r>
              <a:rPr lang="ru-RU" sz="2200" dirty="0"/>
              <a:t> </a:t>
            </a:r>
            <a:r>
              <a:rPr lang="ru-RU" sz="2200" dirty="0" err="1"/>
              <a:t>източници</a:t>
            </a:r>
            <a:r>
              <a:rPr lang="ru-RU" sz="2200" dirty="0"/>
              <a:t>; </a:t>
            </a:r>
          </a:p>
          <a:p>
            <a:r>
              <a:rPr lang="ru-RU" sz="2200" dirty="0" err="1"/>
              <a:t>проучване</a:t>
            </a:r>
            <a:r>
              <a:rPr lang="ru-RU" sz="2200" dirty="0"/>
              <a:t> на </a:t>
            </a:r>
            <a:r>
              <a:rPr lang="ru-RU" sz="2200" dirty="0" err="1"/>
              <a:t>компетентността</a:t>
            </a:r>
            <a:r>
              <a:rPr lang="ru-RU" sz="2200" dirty="0"/>
              <a:t> на автора или </a:t>
            </a:r>
            <a:r>
              <a:rPr lang="ru-RU" sz="2200" dirty="0" err="1"/>
              <a:t>институцията</a:t>
            </a:r>
            <a:r>
              <a:rPr lang="ru-RU" sz="2200" dirty="0"/>
              <a:t>.</a:t>
            </a:r>
          </a:p>
          <a:p>
            <a:endParaRPr lang="en-US" dirty="0"/>
          </a:p>
        </p:txBody>
      </p:sp>
      <p:sp>
        <p:nvSpPr>
          <p:cNvPr id="3" name="Заглавие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2. Достоверност на информацията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258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Интернет </a:t>
            </a:r>
            <a:r>
              <a:rPr lang="ru-RU" dirty="0" err="1"/>
              <a:t>предлага</a:t>
            </a:r>
            <a:r>
              <a:rPr lang="ru-RU" dirty="0"/>
              <a:t> </a:t>
            </a:r>
            <a:r>
              <a:rPr lang="ru-RU" dirty="0" err="1"/>
              <a:t>голямо</a:t>
            </a:r>
            <a:r>
              <a:rPr lang="ru-RU" dirty="0"/>
              <a:t> разнообразие от </a:t>
            </a:r>
            <a:r>
              <a:rPr lang="ru-RU" dirty="0" err="1"/>
              <a:t>възможни</a:t>
            </a:r>
            <a:r>
              <a:rPr lang="ru-RU" dirty="0"/>
              <a:t> атаки. </a:t>
            </a:r>
            <a:r>
              <a:rPr lang="ru-RU" dirty="0" err="1"/>
              <a:t>Въпреки</a:t>
            </a:r>
            <a:r>
              <a:rPr lang="ru-RU" dirty="0"/>
              <a:t> че </a:t>
            </a:r>
            <a:r>
              <a:rPr lang="ru-RU" dirty="0" err="1"/>
              <a:t>по-голямата</a:t>
            </a:r>
            <a:r>
              <a:rPr lang="ru-RU" dirty="0"/>
              <a:t> част от </a:t>
            </a:r>
            <a:r>
              <a:rPr lang="ru-RU" dirty="0" err="1"/>
              <a:t>тях</a:t>
            </a:r>
            <a:r>
              <a:rPr lang="ru-RU" dirty="0"/>
              <a:t> са </a:t>
            </a:r>
            <a:r>
              <a:rPr lang="ru-RU" dirty="0" err="1"/>
              <a:t>малко</a:t>
            </a:r>
            <a:r>
              <a:rPr lang="ru-RU" dirty="0"/>
              <a:t> </a:t>
            </a:r>
            <a:r>
              <a:rPr lang="ru-RU" dirty="0" err="1"/>
              <a:t>вероятни</a:t>
            </a:r>
            <a:r>
              <a:rPr lang="ru-RU" dirty="0"/>
              <a:t> </a:t>
            </a:r>
            <a:r>
              <a:rPr lang="ru-RU" dirty="0" err="1"/>
              <a:t>трябва</a:t>
            </a:r>
            <a:r>
              <a:rPr lang="ru-RU" dirty="0"/>
              <a:t> да </a:t>
            </a:r>
            <a:r>
              <a:rPr lang="ru-RU" dirty="0" err="1"/>
              <a:t>прецените</a:t>
            </a:r>
            <a:r>
              <a:rPr lang="ru-RU" dirty="0"/>
              <a:t> колко </a:t>
            </a:r>
            <a:r>
              <a:rPr lang="ru-RU" dirty="0" err="1"/>
              <a:t>опасни</a:t>
            </a:r>
            <a:r>
              <a:rPr lang="ru-RU" dirty="0"/>
              <a:t> </a:t>
            </a:r>
            <a:r>
              <a:rPr lang="ru-RU" dirty="0" err="1"/>
              <a:t>могат</a:t>
            </a:r>
            <a:r>
              <a:rPr lang="ru-RU" dirty="0"/>
              <a:t> да </a:t>
            </a:r>
            <a:r>
              <a:rPr lang="ru-RU" dirty="0" err="1"/>
              <a:t>бъдат</a:t>
            </a:r>
            <a:r>
              <a:rPr lang="ru-RU" dirty="0"/>
              <a:t> те. </a:t>
            </a:r>
            <a:r>
              <a:rPr lang="ru-RU" dirty="0" err="1" smtClean="0"/>
              <a:t>Заплахите</a:t>
            </a:r>
            <a:r>
              <a:rPr lang="ru-RU" dirty="0" smtClean="0"/>
              <a:t> </a:t>
            </a:r>
            <a:r>
              <a:rPr lang="ru-RU" dirty="0" err="1"/>
              <a:t>могат</a:t>
            </a:r>
            <a:r>
              <a:rPr lang="ru-RU" dirty="0"/>
              <a:t> да се разделят в </a:t>
            </a:r>
            <a:r>
              <a:rPr lang="ru-RU" dirty="0" err="1"/>
              <a:t>четири</a:t>
            </a:r>
            <a:r>
              <a:rPr lang="ru-RU" dirty="0"/>
              <a:t> </a:t>
            </a:r>
            <a:r>
              <a:rPr lang="ru-RU" dirty="0" err="1"/>
              <a:t>основни</a:t>
            </a:r>
            <a:r>
              <a:rPr lang="ru-RU" dirty="0"/>
              <a:t> </a:t>
            </a:r>
            <a:r>
              <a:rPr lang="ru-RU" sz="2200" dirty="0"/>
              <a:t>категории</a:t>
            </a:r>
            <a:r>
              <a:rPr lang="ru-RU" dirty="0" smtClean="0"/>
              <a:t>:</a:t>
            </a:r>
          </a:p>
          <a:p>
            <a:r>
              <a:rPr lang="ru-RU" dirty="0" smtClean="0"/>
              <a:t> </a:t>
            </a:r>
            <a:r>
              <a:rPr lang="ru-RU" dirty="0" err="1"/>
              <a:t>загуба</a:t>
            </a:r>
            <a:r>
              <a:rPr lang="ru-RU" dirty="0"/>
              <a:t> </a:t>
            </a:r>
            <a:r>
              <a:rPr lang="ru-RU" dirty="0" err="1"/>
              <a:t>целостта</a:t>
            </a:r>
            <a:r>
              <a:rPr lang="ru-RU" dirty="0"/>
              <a:t> на </a:t>
            </a:r>
            <a:r>
              <a:rPr lang="ru-RU" dirty="0" err="1"/>
              <a:t>данните</a:t>
            </a:r>
            <a:r>
              <a:rPr lang="ru-RU" dirty="0"/>
              <a:t>, </a:t>
            </a:r>
            <a:r>
              <a:rPr lang="ru-RU" dirty="0" err="1"/>
              <a:t>загуба</a:t>
            </a:r>
            <a:r>
              <a:rPr lang="ru-RU" dirty="0"/>
              <a:t> на </a:t>
            </a:r>
            <a:r>
              <a:rPr lang="ru-RU" dirty="0" err="1"/>
              <a:t>конфиденциалност</a:t>
            </a:r>
            <a:r>
              <a:rPr lang="ru-RU" dirty="0"/>
              <a:t> на </a:t>
            </a:r>
            <a:r>
              <a:rPr lang="ru-RU" dirty="0" err="1"/>
              <a:t>данните</a:t>
            </a:r>
            <a:r>
              <a:rPr lang="ru-RU" dirty="0"/>
              <a:t>, </a:t>
            </a:r>
            <a:r>
              <a:rPr lang="ru-RU" dirty="0" err="1"/>
              <a:t>загуба</a:t>
            </a:r>
            <a:r>
              <a:rPr lang="ru-RU" dirty="0"/>
              <a:t> на услуги и </a:t>
            </a:r>
            <a:r>
              <a:rPr lang="ru-RU" dirty="0" err="1"/>
              <a:t>загуба</a:t>
            </a:r>
            <a:r>
              <a:rPr lang="ru-RU" dirty="0"/>
              <a:t> на </a:t>
            </a:r>
            <a:r>
              <a:rPr lang="ru-RU" dirty="0" err="1"/>
              <a:t>контрол</a:t>
            </a:r>
            <a:r>
              <a:rPr lang="ru-RU" dirty="0" smtClean="0"/>
              <a:t>.</a:t>
            </a:r>
          </a:p>
          <a:p>
            <a:r>
              <a:rPr lang="ru-RU" dirty="0" err="1"/>
              <a:t>Компютърните</a:t>
            </a:r>
            <a:r>
              <a:rPr lang="ru-RU" dirty="0"/>
              <a:t> </a:t>
            </a:r>
            <a:r>
              <a:rPr lang="ru-RU" dirty="0" err="1"/>
              <a:t>хакери</a:t>
            </a:r>
            <a:r>
              <a:rPr lang="ru-RU" dirty="0"/>
              <a:t> са хора, </a:t>
            </a:r>
            <a:r>
              <a:rPr lang="ru-RU" dirty="0" err="1"/>
              <a:t>които</a:t>
            </a:r>
            <a:r>
              <a:rPr lang="ru-RU" dirty="0"/>
              <a:t> се </a:t>
            </a:r>
            <a:r>
              <a:rPr lang="ru-RU" dirty="0" err="1"/>
              <a:t>опитват</a:t>
            </a:r>
            <a:r>
              <a:rPr lang="ru-RU" dirty="0"/>
              <a:t> да получат </a:t>
            </a:r>
            <a:r>
              <a:rPr lang="ru-RU" dirty="0" err="1"/>
              <a:t>достъп</a:t>
            </a:r>
            <a:r>
              <a:rPr lang="ru-RU" dirty="0"/>
              <a:t> до </a:t>
            </a:r>
            <a:r>
              <a:rPr lang="ru-RU" dirty="0" err="1"/>
              <a:t>някаква</a:t>
            </a:r>
            <a:r>
              <a:rPr lang="ru-RU" dirty="0"/>
              <a:t> </a:t>
            </a:r>
            <a:r>
              <a:rPr lang="ru-RU" dirty="0" err="1"/>
              <a:t>конфиденциална</a:t>
            </a:r>
            <a:r>
              <a:rPr lang="ru-RU" dirty="0"/>
              <a:t> информация.</a:t>
            </a:r>
          </a:p>
          <a:p>
            <a:endParaRPr lang="en-US" dirty="0"/>
          </a:p>
        </p:txBody>
      </p:sp>
      <p:sp>
        <p:nvSpPr>
          <p:cNvPr id="3" name="Заглавие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3.</a:t>
            </a:r>
            <a:r>
              <a:rPr lang="ru-RU" dirty="0" smtClean="0"/>
              <a:t> </a:t>
            </a:r>
            <a:r>
              <a:rPr lang="ru-RU" dirty="0" err="1" smtClean="0"/>
              <a:t>Заплахи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dirty="0" err="1"/>
              <a:t>предизвикателства</a:t>
            </a:r>
            <a:r>
              <a:rPr lang="ru-RU" dirty="0"/>
              <a:t> в интернет</a:t>
            </a:r>
            <a:r>
              <a:rPr lang="bg-BG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424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>
          <a:xfrm>
            <a:off x="872067" y="1524000"/>
            <a:ext cx="7408333" cy="4953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ru-RU" sz="2000" dirty="0" err="1" smtClean="0"/>
              <a:t>Никога</a:t>
            </a:r>
            <a:r>
              <a:rPr lang="ru-RU" sz="2000" dirty="0" smtClean="0"/>
              <a:t> </a:t>
            </a:r>
            <a:r>
              <a:rPr lang="ru-RU" sz="2000" dirty="0"/>
              <a:t>не давай </a:t>
            </a:r>
            <a:r>
              <a:rPr lang="ru-RU" sz="2000" dirty="0" err="1"/>
              <a:t>лична</a:t>
            </a:r>
            <a:r>
              <a:rPr lang="ru-RU" sz="2000" dirty="0"/>
              <a:t> информация </a:t>
            </a:r>
            <a:r>
              <a:rPr lang="ru-RU" sz="2000" dirty="0" err="1"/>
              <a:t>като</a:t>
            </a:r>
            <a:r>
              <a:rPr lang="ru-RU" sz="2000" dirty="0"/>
              <a:t> </a:t>
            </a:r>
            <a:r>
              <a:rPr lang="ru-RU" sz="2000" dirty="0" err="1"/>
              <a:t>име</a:t>
            </a:r>
            <a:r>
              <a:rPr lang="ru-RU" sz="2000" dirty="0"/>
              <a:t>, </a:t>
            </a:r>
            <a:r>
              <a:rPr lang="ru-RU" sz="2000" dirty="0" err="1"/>
              <a:t>парола</a:t>
            </a:r>
            <a:r>
              <a:rPr lang="ru-RU" sz="2000" dirty="0"/>
              <a:t>, адрес, </a:t>
            </a:r>
            <a:r>
              <a:rPr lang="ru-RU" sz="2000" dirty="0" err="1"/>
              <a:t>домашен</a:t>
            </a:r>
            <a:r>
              <a:rPr lang="ru-RU" sz="2000" dirty="0"/>
              <a:t> телефон, </a:t>
            </a:r>
            <a:r>
              <a:rPr lang="ru-RU" sz="2000" dirty="0" err="1"/>
              <a:t>училището</a:t>
            </a:r>
            <a:r>
              <a:rPr lang="ru-RU" sz="2000" dirty="0"/>
              <a:t>, в </a:t>
            </a:r>
            <a:r>
              <a:rPr lang="ru-RU" sz="2000" dirty="0" err="1"/>
              <a:t>което</a:t>
            </a:r>
            <a:r>
              <a:rPr lang="ru-RU" sz="2000" dirty="0"/>
              <a:t> </a:t>
            </a:r>
            <a:r>
              <a:rPr lang="ru-RU" sz="2000" dirty="0" err="1"/>
              <a:t>учиш</a:t>
            </a:r>
            <a:r>
              <a:rPr lang="ru-RU" sz="2000" dirty="0"/>
              <a:t>, </a:t>
            </a:r>
            <a:r>
              <a:rPr lang="ru-RU" sz="2000" dirty="0" err="1"/>
              <a:t>месторабота</a:t>
            </a:r>
            <a:r>
              <a:rPr lang="ru-RU" sz="2000" dirty="0"/>
              <a:t> или </a:t>
            </a:r>
            <a:r>
              <a:rPr lang="ru-RU" sz="2000" dirty="0" err="1"/>
              <a:t>служебен</a:t>
            </a:r>
            <a:r>
              <a:rPr lang="ru-RU" sz="2000" dirty="0"/>
              <a:t> телефон на </a:t>
            </a:r>
            <a:r>
              <a:rPr lang="ru-RU" sz="2000" dirty="0" err="1"/>
              <a:t>родителите</a:t>
            </a:r>
            <a:r>
              <a:rPr lang="ru-RU" sz="2000" dirty="0"/>
              <a:t> си, без </a:t>
            </a:r>
            <a:r>
              <a:rPr lang="ru-RU" sz="2000" dirty="0" err="1"/>
              <a:t>тяхно</a:t>
            </a:r>
            <a:r>
              <a:rPr lang="ru-RU" sz="2000" dirty="0"/>
              <a:t> разрешение</a:t>
            </a:r>
            <a:r>
              <a:rPr lang="ru-RU" sz="20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ru-RU" sz="2000" dirty="0" smtClean="0"/>
              <a:t>  </a:t>
            </a:r>
            <a:r>
              <a:rPr lang="ru-RU" sz="2000" dirty="0" err="1"/>
              <a:t>Никога</a:t>
            </a:r>
            <a:r>
              <a:rPr lang="ru-RU" sz="2000" dirty="0"/>
              <a:t> не </a:t>
            </a:r>
            <a:r>
              <a:rPr lang="ru-RU" sz="2000" dirty="0" err="1"/>
              <a:t>изпращай</a:t>
            </a:r>
            <a:r>
              <a:rPr lang="ru-RU" sz="2000" dirty="0"/>
              <a:t> свои снимки или снимки на твои близки, без </a:t>
            </a:r>
            <a:r>
              <a:rPr lang="ru-RU" sz="2000" dirty="0" err="1"/>
              <a:t>преди</a:t>
            </a:r>
            <a:r>
              <a:rPr lang="ru-RU" sz="2000" dirty="0"/>
              <a:t> </a:t>
            </a:r>
            <a:r>
              <a:rPr lang="ru-RU" sz="2000" dirty="0" err="1"/>
              <a:t>това</a:t>
            </a:r>
            <a:r>
              <a:rPr lang="ru-RU" sz="2000" dirty="0"/>
              <a:t> да си </a:t>
            </a:r>
            <a:r>
              <a:rPr lang="ru-RU" sz="2000" dirty="0" err="1"/>
              <a:t>обсъдил</a:t>
            </a:r>
            <a:r>
              <a:rPr lang="ru-RU" sz="2000" dirty="0"/>
              <a:t> </a:t>
            </a:r>
            <a:r>
              <a:rPr lang="ru-RU" sz="2000" dirty="0" err="1"/>
              <a:t>решението</a:t>
            </a:r>
            <a:r>
              <a:rPr lang="ru-RU" sz="2000" dirty="0"/>
              <a:t> си със </a:t>
            </a:r>
            <a:r>
              <a:rPr lang="ru-RU" sz="2000" dirty="0" err="1"/>
              <a:t>своите</a:t>
            </a:r>
            <a:r>
              <a:rPr lang="ru-RU" sz="2000" dirty="0"/>
              <a:t> родители</a:t>
            </a:r>
            <a:r>
              <a:rPr lang="ru-RU" sz="20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ru-RU" sz="2000" dirty="0" err="1" smtClean="0"/>
              <a:t>Никога</a:t>
            </a:r>
            <a:r>
              <a:rPr lang="ru-RU" sz="2000" dirty="0" smtClean="0"/>
              <a:t> </a:t>
            </a:r>
            <a:r>
              <a:rPr lang="ru-RU" sz="2000" dirty="0"/>
              <a:t>не </a:t>
            </a:r>
            <a:r>
              <a:rPr lang="ru-RU" sz="2000" dirty="0" err="1"/>
              <a:t>приемай</a:t>
            </a:r>
            <a:r>
              <a:rPr lang="ru-RU" sz="2000" dirty="0"/>
              <a:t> </a:t>
            </a:r>
            <a:r>
              <a:rPr lang="ru-RU" sz="2000" dirty="0" err="1"/>
              <a:t>среща</a:t>
            </a:r>
            <a:r>
              <a:rPr lang="ru-RU" sz="2000" dirty="0"/>
              <a:t> с </a:t>
            </a:r>
            <a:r>
              <a:rPr lang="ru-RU" sz="2000" dirty="0" err="1"/>
              <a:t>някой</a:t>
            </a:r>
            <a:r>
              <a:rPr lang="ru-RU" sz="2000" dirty="0"/>
              <a:t>, с </a:t>
            </a:r>
            <a:r>
              <a:rPr lang="ru-RU" sz="2000" dirty="0" err="1"/>
              <a:t>когото</a:t>
            </a:r>
            <a:r>
              <a:rPr lang="ru-RU" sz="2000" dirty="0"/>
              <a:t> си се </a:t>
            </a:r>
            <a:r>
              <a:rPr lang="ru-RU" sz="2000" dirty="0" err="1"/>
              <a:t>запознал</a:t>
            </a:r>
            <a:r>
              <a:rPr lang="ru-RU" sz="2000" dirty="0"/>
              <a:t> в интернет, без </a:t>
            </a:r>
            <a:r>
              <a:rPr lang="ru-RU" sz="2000" dirty="0" err="1"/>
              <a:t>съгласието</a:t>
            </a:r>
            <a:r>
              <a:rPr lang="ru-RU" sz="2000" dirty="0"/>
              <a:t> на </a:t>
            </a:r>
            <a:r>
              <a:rPr lang="ru-RU" sz="2000" dirty="0" err="1"/>
              <a:t>твоите</a:t>
            </a:r>
            <a:r>
              <a:rPr lang="ru-RU" sz="2000" dirty="0"/>
              <a:t> родители. </a:t>
            </a:r>
            <a:r>
              <a:rPr lang="ru-RU" sz="2000" dirty="0" err="1"/>
              <a:t>Ако</a:t>
            </a:r>
            <a:r>
              <a:rPr lang="ru-RU" sz="2000" dirty="0"/>
              <a:t> те одобрят </a:t>
            </a:r>
            <a:r>
              <a:rPr lang="ru-RU" sz="2000" dirty="0" err="1"/>
              <a:t>срещата</a:t>
            </a:r>
            <a:r>
              <a:rPr lang="ru-RU" sz="2000" dirty="0"/>
              <a:t>, </a:t>
            </a:r>
            <a:r>
              <a:rPr lang="ru-RU" sz="2000" dirty="0" err="1"/>
              <a:t>нека</a:t>
            </a:r>
            <a:r>
              <a:rPr lang="ru-RU" sz="2000" dirty="0"/>
              <a:t> </a:t>
            </a:r>
            <a:r>
              <a:rPr lang="ru-RU" sz="2000" dirty="0" err="1"/>
              <a:t>тя</a:t>
            </a:r>
            <a:r>
              <a:rPr lang="ru-RU" sz="2000" dirty="0"/>
              <a:t> да е на публично </a:t>
            </a:r>
            <a:r>
              <a:rPr lang="ru-RU" sz="2000" dirty="0" err="1"/>
              <a:t>място</a:t>
            </a:r>
            <a:r>
              <a:rPr lang="ru-RU" sz="2000" dirty="0"/>
              <a:t> и по </a:t>
            </a:r>
            <a:r>
              <a:rPr lang="ru-RU" sz="2000" dirty="0" err="1"/>
              <a:t>възможност</a:t>
            </a:r>
            <a:r>
              <a:rPr lang="ru-RU" sz="2000" dirty="0"/>
              <a:t> да е в </a:t>
            </a:r>
            <a:r>
              <a:rPr lang="ru-RU" sz="2000" dirty="0" err="1"/>
              <a:t>присъствие</a:t>
            </a:r>
            <a:r>
              <a:rPr lang="ru-RU" sz="2000" dirty="0"/>
              <a:t> на твои близки или приятели.</a:t>
            </a:r>
            <a:br>
              <a:rPr lang="ru-RU" sz="2000" dirty="0"/>
            </a:br>
            <a:r>
              <a:rPr lang="ru-RU" sz="2000" dirty="0"/>
              <a:t>      </a:t>
            </a:r>
            <a:endParaRPr lang="ru-RU" sz="2000" dirty="0" smtClean="0"/>
          </a:p>
          <a:p>
            <a:pPr>
              <a:buFont typeface="Wingdings" pitchFamily="2" charset="2"/>
              <a:buChar char="Ø"/>
            </a:pPr>
            <a:r>
              <a:rPr lang="ru-RU" sz="2000" dirty="0" err="1" smtClean="0"/>
              <a:t>Никога</a:t>
            </a:r>
            <a:r>
              <a:rPr lang="ru-RU" sz="2000" dirty="0" smtClean="0"/>
              <a:t> </a:t>
            </a:r>
            <a:r>
              <a:rPr lang="ru-RU" sz="2000" dirty="0"/>
              <a:t>не </a:t>
            </a:r>
            <a:r>
              <a:rPr lang="ru-RU" sz="2000" dirty="0" err="1"/>
              <a:t>отговаряй</a:t>
            </a:r>
            <a:r>
              <a:rPr lang="ru-RU" sz="2000" dirty="0"/>
              <a:t> на </a:t>
            </a:r>
            <a:r>
              <a:rPr lang="ru-RU" sz="2000" dirty="0" err="1"/>
              <a:t>съобщения</a:t>
            </a:r>
            <a:r>
              <a:rPr lang="ru-RU" sz="2000" dirty="0"/>
              <a:t>, </a:t>
            </a:r>
            <a:r>
              <a:rPr lang="ru-RU" sz="2000" dirty="0" err="1"/>
              <a:t>които</a:t>
            </a:r>
            <a:r>
              <a:rPr lang="ru-RU" sz="2000" dirty="0"/>
              <a:t> са </a:t>
            </a:r>
            <a:r>
              <a:rPr lang="ru-RU" sz="2000" dirty="0" err="1"/>
              <a:t>обидни</a:t>
            </a:r>
            <a:r>
              <a:rPr lang="ru-RU" sz="2000" dirty="0"/>
              <a:t>, </a:t>
            </a:r>
            <a:r>
              <a:rPr lang="ru-RU" sz="2000" dirty="0" err="1"/>
              <a:t>заплашващи</a:t>
            </a:r>
            <a:r>
              <a:rPr lang="ru-RU" sz="2000" dirty="0"/>
              <a:t>, </a:t>
            </a:r>
            <a:r>
              <a:rPr lang="ru-RU" sz="2000" dirty="0" err="1"/>
              <a:t>неприлични</a:t>
            </a:r>
            <a:r>
              <a:rPr lang="ru-RU" sz="2000" dirty="0"/>
              <a:t> или те карат да се </a:t>
            </a:r>
            <a:r>
              <a:rPr lang="ru-RU" sz="2000" dirty="0" err="1"/>
              <a:t>чувстваш</a:t>
            </a:r>
            <a:r>
              <a:rPr lang="ru-RU" sz="2000" dirty="0"/>
              <a:t> неудобно. </a:t>
            </a:r>
            <a:r>
              <a:rPr lang="ru-RU" sz="2000" dirty="0" err="1"/>
              <a:t>Информирай</a:t>
            </a:r>
            <a:r>
              <a:rPr lang="ru-RU" sz="2000" dirty="0"/>
              <a:t> </a:t>
            </a:r>
            <a:r>
              <a:rPr lang="ru-RU" sz="2000" dirty="0" err="1"/>
              <a:t>родителите</a:t>
            </a:r>
            <a:r>
              <a:rPr lang="ru-RU" sz="2000" dirty="0"/>
              <a:t> си за </a:t>
            </a:r>
            <a:r>
              <a:rPr lang="ru-RU" sz="2000" dirty="0" err="1"/>
              <a:t>такива</a:t>
            </a:r>
            <a:r>
              <a:rPr lang="ru-RU" sz="2000" dirty="0"/>
              <a:t> </a:t>
            </a:r>
            <a:r>
              <a:rPr lang="ru-RU" sz="2000" dirty="0" err="1"/>
              <a:t>съобщения</a:t>
            </a:r>
            <a:r>
              <a:rPr lang="ru-RU" sz="2000" dirty="0"/>
              <a:t>.</a:t>
            </a:r>
            <a:br>
              <a:rPr lang="ru-RU" sz="2000" dirty="0"/>
            </a:br>
            <a:endParaRPr lang="en-US" sz="2000" dirty="0"/>
          </a:p>
        </p:txBody>
      </p:sp>
      <p:sp>
        <p:nvSpPr>
          <p:cNvPr id="3" name="Заглавие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4. Правила за работа в интернет: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780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>
          <a:xfrm>
            <a:off x="872067" y="2286000"/>
            <a:ext cx="7408333" cy="38401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ru-RU" dirty="0" err="1"/>
              <a:t>Никога</a:t>
            </a:r>
            <a:r>
              <a:rPr lang="ru-RU" dirty="0"/>
              <a:t> не </a:t>
            </a:r>
            <a:r>
              <a:rPr lang="ru-RU" dirty="0" err="1"/>
              <a:t>отваряй</a:t>
            </a:r>
            <a:r>
              <a:rPr lang="ru-RU" dirty="0"/>
              <a:t> </a:t>
            </a:r>
            <a:r>
              <a:rPr lang="ru-RU" dirty="0" err="1"/>
              <a:t>електронна</a:t>
            </a:r>
            <a:r>
              <a:rPr lang="ru-RU" dirty="0"/>
              <a:t> </a:t>
            </a:r>
            <a:r>
              <a:rPr lang="ru-RU" dirty="0" err="1"/>
              <a:t>поща</a:t>
            </a:r>
            <a:r>
              <a:rPr lang="ru-RU" dirty="0"/>
              <a:t>, получена от </a:t>
            </a:r>
            <a:r>
              <a:rPr lang="ru-RU" dirty="0" err="1"/>
              <a:t>непознат</a:t>
            </a:r>
            <a:r>
              <a:rPr lang="ru-RU" dirty="0"/>
              <a:t> </a:t>
            </a:r>
            <a:r>
              <a:rPr lang="ru-RU" dirty="0" err="1"/>
              <a:t>подател</a:t>
            </a:r>
            <a:r>
              <a:rPr lang="ru-RU" dirty="0"/>
              <a:t>. </a:t>
            </a:r>
            <a:r>
              <a:rPr lang="ru-RU" dirty="0" err="1"/>
              <a:t>Тя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да </a:t>
            </a:r>
            <a:r>
              <a:rPr lang="ru-RU" dirty="0" err="1"/>
              <a:t>съдържа</a:t>
            </a:r>
            <a:r>
              <a:rPr lang="ru-RU" dirty="0"/>
              <a:t> вирус или друга </a:t>
            </a:r>
            <a:r>
              <a:rPr lang="ru-RU" dirty="0" err="1"/>
              <a:t>програма</a:t>
            </a:r>
            <a:r>
              <a:rPr lang="ru-RU" dirty="0"/>
              <a:t>, </a:t>
            </a:r>
            <a:r>
              <a:rPr lang="ru-RU" dirty="0" err="1"/>
              <a:t>която</a:t>
            </a:r>
            <a:r>
              <a:rPr lang="ru-RU" dirty="0"/>
              <a:t> да </a:t>
            </a:r>
            <a:r>
              <a:rPr lang="ru-RU" dirty="0" err="1"/>
              <a:t>увреди</a:t>
            </a:r>
            <a:r>
              <a:rPr lang="ru-RU" dirty="0"/>
              <a:t> твоя </a:t>
            </a:r>
            <a:r>
              <a:rPr lang="ru-RU" dirty="0" err="1"/>
              <a:t>компютър</a:t>
            </a:r>
            <a:r>
              <a:rPr lang="ru-RU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 </a:t>
            </a:r>
            <a:r>
              <a:rPr lang="ru-RU" dirty="0" err="1"/>
              <a:t>Никога</a:t>
            </a:r>
            <a:r>
              <a:rPr lang="ru-RU" dirty="0"/>
              <a:t> не се </a:t>
            </a:r>
            <a:r>
              <a:rPr lang="ru-RU" dirty="0" err="1"/>
              <a:t>представяй</a:t>
            </a:r>
            <a:r>
              <a:rPr lang="ru-RU" dirty="0"/>
              <a:t> за </a:t>
            </a:r>
            <a:r>
              <a:rPr lang="ru-RU" dirty="0" err="1"/>
              <a:t>някой</a:t>
            </a:r>
            <a:r>
              <a:rPr lang="ru-RU" dirty="0"/>
              <a:t>, </a:t>
            </a:r>
            <a:r>
              <a:rPr lang="ru-RU" dirty="0" err="1"/>
              <a:t>който</a:t>
            </a:r>
            <a:r>
              <a:rPr lang="ru-RU" dirty="0"/>
              <a:t> не си. Не </a:t>
            </a:r>
            <a:r>
              <a:rPr lang="ru-RU" dirty="0" err="1"/>
              <a:t>скривай</a:t>
            </a:r>
            <a:r>
              <a:rPr lang="ru-RU" dirty="0"/>
              <a:t> </a:t>
            </a:r>
            <a:r>
              <a:rPr lang="ru-RU" dirty="0" err="1"/>
              <a:t>годините</a:t>
            </a:r>
            <a:r>
              <a:rPr lang="ru-RU" dirty="0"/>
              <a:t> си и не </a:t>
            </a:r>
            <a:r>
              <a:rPr lang="ru-RU" dirty="0" err="1"/>
              <a:t>посещавай</a:t>
            </a:r>
            <a:r>
              <a:rPr lang="ru-RU" dirty="0"/>
              <a:t> </a:t>
            </a:r>
            <a:r>
              <a:rPr lang="ru-RU" dirty="0" err="1"/>
              <a:t>сайтове</a:t>
            </a:r>
            <a:r>
              <a:rPr lang="ru-RU" dirty="0"/>
              <a:t> за </a:t>
            </a:r>
            <a:r>
              <a:rPr lang="ru-RU" dirty="0" err="1"/>
              <a:t>възрастни</a:t>
            </a:r>
            <a:r>
              <a:rPr lang="ru-RU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ru-RU" dirty="0" err="1" smtClean="0"/>
              <a:t>Винаги</a:t>
            </a:r>
            <a:r>
              <a:rPr lang="ru-RU" dirty="0" smtClean="0"/>
              <a:t> </a:t>
            </a:r>
            <a:r>
              <a:rPr lang="ru-RU" dirty="0" err="1"/>
              <a:t>внимавай</a:t>
            </a:r>
            <a:r>
              <a:rPr lang="ru-RU" dirty="0"/>
              <a:t>, </a:t>
            </a:r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някой</a:t>
            </a:r>
            <a:r>
              <a:rPr lang="ru-RU" dirty="0"/>
              <a:t> </a:t>
            </a:r>
            <a:r>
              <a:rPr lang="ru-RU" dirty="0" err="1"/>
              <a:t>ти</a:t>
            </a:r>
            <a:r>
              <a:rPr lang="ru-RU" dirty="0"/>
              <a:t> </a:t>
            </a:r>
            <a:r>
              <a:rPr lang="ru-RU" dirty="0" err="1"/>
              <a:t>предлага</a:t>
            </a:r>
            <a:r>
              <a:rPr lang="ru-RU" dirty="0"/>
              <a:t> </a:t>
            </a:r>
            <a:r>
              <a:rPr lang="ru-RU" dirty="0" err="1"/>
              <a:t>нещо</a:t>
            </a:r>
            <a:r>
              <a:rPr lang="ru-RU" dirty="0"/>
              <a:t> </a:t>
            </a:r>
            <a:r>
              <a:rPr lang="ru-RU" dirty="0" err="1"/>
              <a:t>безплатно</a:t>
            </a:r>
            <a:r>
              <a:rPr lang="ru-RU" dirty="0"/>
              <a:t> или те </a:t>
            </a:r>
            <a:r>
              <a:rPr lang="ru-RU" dirty="0" err="1"/>
              <a:t>кани</a:t>
            </a:r>
            <a:r>
              <a:rPr lang="ru-RU" dirty="0"/>
              <a:t> да се </a:t>
            </a:r>
            <a:r>
              <a:rPr lang="ru-RU" dirty="0" err="1"/>
              <a:t>включиш</a:t>
            </a:r>
            <a:r>
              <a:rPr lang="ru-RU" dirty="0"/>
              <a:t> в </a:t>
            </a:r>
            <a:r>
              <a:rPr lang="ru-RU" dirty="0" err="1"/>
              <a:t>дейност</a:t>
            </a:r>
            <a:r>
              <a:rPr lang="ru-RU" dirty="0"/>
              <a:t>, </a:t>
            </a:r>
            <a:r>
              <a:rPr lang="ru-RU" dirty="0" err="1"/>
              <a:t>обещаваща</a:t>
            </a:r>
            <a:r>
              <a:rPr lang="ru-RU" dirty="0"/>
              <a:t> </a:t>
            </a:r>
            <a:r>
              <a:rPr lang="ru-RU" dirty="0" err="1"/>
              <a:t>лесна</a:t>
            </a:r>
            <a:r>
              <a:rPr lang="ru-RU" dirty="0"/>
              <a:t> и </a:t>
            </a:r>
            <a:r>
              <a:rPr lang="ru-RU" dirty="0" err="1"/>
              <a:t>голяма</a:t>
            </a:r>
            <a:r>
              <a:rPr lang="ru-RU" dirty="0"/>
              <a:t> </a:t>
            </a:r>
            <a:r>
              <a:rPr lang="ru-RU" dirty="0" err="1"/>
              <a:t>печалба</a:t>
            </a:r>
            <a:r>
              <a:rPr lang="ru-RU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ru-RU" dirty="0" err="1" smtClean="0"/>
              <a:t>Винаги</a:t>
            </a:r>
            <a:r>
              <a:rPr lang="ru-RU" dirty="0" smtClean="0"/>
              <a:t> </a:t>
            </a:r>
            <a:r>
              <a:rPr lang="ru-RU" dirty="0" err="1"/>
              <a:t>внимавай</a:t>
            </a:r>
            <a:r>
              <a:rPr lang="ru-RU" dirty="0"/>
              <a:t>, </a:t>
            </a:r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разговаряш</a:t>
            </a:r>
            <a:r>
              <a:rPr lang="ru-RU" dirty="0"/>
              <a:t> в чат. Помни, че </a:t>
            </a:r>
            <a:r>
              <a:rPr lang="ru-RU" dirty="0" err="1"/>
              <a:t>хората</a:t>
            </a:r>
            <a:r>
              <a:rPr lang="ru-RU" dirty="0"/>
              <a:t> онлайн </a:t>
            </a:r>
            <a:r>
              <a:rPr lang="ru-RU" dirty="0" err="1"/>
              <a:t>често</a:t>
            </a:r>
            <a:r>
              <a:rPr lang="ru-RU" dirty="0"/>
              <a:t> се представят за </a:t>
            </a:r>
            <a:r>
              <a:rPr lang="ru-RU" dirty="0" err="1"/>
              <a:t>такива</a:t>
            </a:r>
            <a:r>
              <a:rPr lang="ru-RU" dirty="0"/>
              <a:t>, </a:t>
            </a:r>
            <a:r>
              <a:rPr lang="ru-RU" dirty="0" err="1"/>
              <a:t>каквито</a:t>
            </a:r>
            <a:r>
              <a:rPr lang="ru-RU" dirty="0"/>
              <a:t> не са</a:t>
            </a:r>
            <a:r>
              <a:rPr lang="ru-RU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 </a:t>
            </a:r>
            <a:r>
              <a:rPr lang="ru-RU" dirty="0" err="1"/>
              <a:t>Винаги</a:t>
            </a:r>
            <a:r>
              <a:rPr lang="ru-RU" dirty="0"/>
              <a:t> </a:t>
            </a:r>
            <a:r>
              <a:rPr lang="ru-RU" dirty="0" err="1"/>
              <a:t>бъди</a:t>
            </a:r>
            <a:r>
              <a:rPr lang="ru-RU" dirty="0"/>
              <a:t> вежлив и </a:t>
            </a:r>
            <a:r>
              <a:rPr lang="ru-RU" dirty="0" err="1"/>
              <a:t>уважавай</a:t>
            </a:r>
            <a:r>
              <a:rPr lang="ru-RU" dirty="0"/>
              <a:t> </a:t>
            </a:r>
            <a:r>
              <a:rPr lang="ru-RU" dirty="0" err="1"/>
              <a:t>правата</a:t>
            </a:r>
            <a:r>
              <a:rPr lang="ru-RU" dirty="0"/>
              <a:t> на </a:t>
            </a:r>
            <a:r>
              <a:rPr lang="ru-RU" dirty="0" err="1"/>
              <a:t>другите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793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Спам (</a:t>
            </a:r>
            <a:r>
              <a:rPr lang="ru-RU" dirty="0" err="1"/>
              <a:t>spam</a:t>
            </a:r>
            <a:r>
              <a:rPr lang="ru-RU" dirty="0"/>
              <a:t>) е </a:t>
            </a:r>
            <a:r>
              <a:rPr lang="ru-RU" dirty="0" err="1"/>
              <a:t>използване</a:t>
            </a:r>
            <a:r>
              <a:rPr lang="ru-RU" dirty="0"/>
              <a:t> на среда за </a:t>
            </a:r>
            <a:r>
              <a:rPr lang="ru-RU" dirty="0" err="1"/>
              <a:t>електронни</a:t>
            </a:r>
            <a:r>
              <a:rPr lang="ru-RU" dirty="0"/>
              <a:t> </a:t>
            </a:r>
            <a:r>
              <a:rPr lang="ru-RU" dirty="0" err="1"/>
              <a:t>комуникации</a:t>
            </a:r>
            <a:r>
              <a:rPr lang="ru-RU" dirty="0"/>
              <a:t> за </a:t>
            </a:r>
            <a:r>
              <a:rPr lang="ru-RU" dirty="0" err="1"/>
              <a:t>масово</a:t>
            </a:r>
            <a:r>
              <a:rPr lang="ru-RU" dirty="0"/>
              <a:t> </a:t>
            </a:r>
            <a:r>
              <a:rPr lang="ru-RU" dirty="0" err="1"/>
              <a:t>изпращане</a:t>
            </a:r>
            <a:r>
              <a:rPr lang="ru-RU" dirty="0"/>
              <a:t> на </a:t>
            </a:r>
            <a:r>
              <a:rPr lang="ru-RU" dirty="0" err="1"/>
              <a:t>нежелани</a:t>
            </a:r>
            <a:r>
              <a:rPr lang="ru-RU" dirty="0"/>
              <a:t> </a:t>
            </a:r>
            <a:r>
              <a:rPr lang="ru-RU" dirty="0" err="1"/>
              <a:t>съобщения</a:t>
            </a:r>
            <a:r>
              <a:rPr lang="ru-RU" dirty="0"/>
              <a:t>. </a:t>
            </a:r>
          </a:p>
          <a:p>
            <a:pPr marL="0" indent="0">
              <a:buNone/>
            </a:pPr>
            <a:r>
              <a:rPr lang="ru-RU" dirty="0"/>
              <a:t>SPAM </a:t>
            </a:r>
            <a:r>
              <a:rPr lang="ru-RU" dirty="0" err="1"/>
              <a:t>съобщенията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да се разделят на </a:t>
            </a:r>
            <a:r>
              <a:rPr lang="ru-RU" dirty="0" err="1"/>
              <a:t>няколко</a:t>
            </a:r>
            <a:r>
              <a:rPr lang="ru-RU" dirty="0"/>
              <a:t> </a:t>
            </a:r>
            <a:r>
              <a:rPr lang="ru-RU" dirty="0" err="1"/>
              <a:t>основни</a:t>
            </a:r>
            <a:r>
              <a:rPr lang="ru-RU" dirty="0"/>
              <a:t> типа, </a:t>
            </a:r>
            <a:r>
              <a:rPr lang="ru-RU" dirty="0" err="1"/>
              <a:t>като</a:t>
            </a:r>
            <a:r>
              <a:rPr lang="ru-RU" dirty="0"/>
              <a:t> </a:t>
            </a:r>
            <a:r>
              <a:rPr lang="ru-RU" dirty="0" err="1"/>
              <a:t>разбира</a:t>
            </a:r>
            <a:r>
              <a:rPr lang="ru-RU" dirty="0"/>
              <a:t> се </a:t>
            </a:r>
            <a:r>
              <a:rPr lang="ru-RU" dirty="0" err="1"/>
              <a:t>съществуват</a:t>
            </a:r>
            <a:r>
              <a:rPr lang="ru-RU" dirty="0"/>
              <a:t> и комбинации от </a:t>
            </a:r>
            <a:r>
              <a:rPr lang="ru-RU" dirty="0" err="1"/>
              <a:t>тях</a:t>
            </a:r>
            <a:r>
              <a:rPr lang="ru-RU" dirty="0"/>
              <a:t>:</a:t>
            </a:r>
          </a:p>
          <a:p>
            <a:r>
              <a:rPr lang="ru-RU" dirty="0" err="1"/>
              <a:t>Обикновени</a:t>
            </a:r>
            <a:r>
              <a:rPr lang="ru-RU" dirty="0"/>
              <a:t> </a:t>
            </a:r>
            <a:r>
              <a:rPr lang="ru-RU" dirty="0" err="1"/>
              <a:t>непоискани</a:t>
            </a:r>
            <a:r>
              <a:rPr lang="ru-RU" dirty="0"/>
              <a:t> </a:t>
            </a:r>
            <a:r>
              <a:rPr lang="ru-RU" dirty="0" err="1"/>
              <a:t>търговски</a:t>
            </a:r>
            <a:r>
              <a:rPr lang="ru-RU" dirty="0"/>
              <a:t> </a:t>
            </a:r>
            <a:r>
              <a:rPr lang="ru-RU" dirty="0" err="1"/>
              <a:t>съобщения</a:t>
            </a:r>
            <a:r>
              <a:rPr lang="ru-RU" dirty="0"/>
              <a:t>, </a:t>
            </a:r>
            <a:r>
              <a:rPr lang="ru-RU" dirty="0" err="1"/>
              <a:t>целящи</a:t>
            </a:r>
            <a:r>
              <a:rPr lang="ru-RU" dirty="0"/>
              <a:t> да се </a:t>
            </a:r>
            <a:r>
              <a:rPr lang="ru-RU" dirty="0" err="1"/>
              <a:t>реализира</a:t>
            </a:r>
            <a:r>
              <a:rPr lang="ru-RU" dirty="0"/>
              <a:t> </a:t>
            </a:r>
            <a:r>
              <a:rPr lang="ru-RU" dirty="0" err="1"/>
              <a:t>продажба</a:t>
            </a:r>
            <a:r>
              <a:rPr lang="ru-RU" dirty="0"/>
              <a:t> на </a:t>
            </a:r>
            <a:r>
              <a:rPr lang="ru-RU" dirty="0" err="1"/>
              <a:t>някакъв</a:t>
            </a:r>
            <a:r>
              <a:rPr lang="ru-RU" dirty="0"/>
              <a:t> продукт или услуга.</a:t>
            </a:r>
          </a:p>
          <a:p>
            <a:r>
              <a:rPr lang="ru-RU" dirty="0" err="1"/>
              <a:t>Съобщения</a:t>
            </a:r>
            <a:r>
              <a:rPr lang="ru-RU" dirty="0"/>
              <a:t> с </a:t>
            </a:r>
            <a:r>
              <a:rPr lang="ru-RU" dirty="0" err="1"/>
              <a:t>подлъгващо</a:t>
            </a:r>
            <a:r>
              <a:rPr lang="ru-RU" dirty="0"/>
              <a:t> послание, </a:t>
            </a:r>
            <a:r>
              <a:rPr lang="ru-RU" dirty="0" err="1"/>
              <a:t>целящи</a:t>
            </a:r>
            <a:r>
              <a:rPr lang="ru-RU" dirty="0"/>
              <a:t> да се </a:t>
            </a:r>
            <a:r>
              <a:rPr lang="ru-RU" dirty="0" err="1"/>
              <a:t>извърши</a:t>
            </a:r>
            <a:r>
              <a:rPr lang="ru-RU" dirty="0"/>
              <a:t> </a:t>
            </a:r>
            <a:r>
              <a:rPr lang="ru-RU" dirty="0" err="1"/>
              <a:t>някакво</a:t>
            </a:r>
            <a:r>
              <a:rPr lang="ru-RU" dirty="0"/>
              <a:t> действие, </a:t>
            </a:r>
            <a:r>
              <a:rPr lang="ru-RU" dirty="0" err="1"/>
              <a:t>съдържащи</a:t>
            </a:r>
            <a:r>
              <a:rPr lang="ru-RU" dirty="0"/>
              <a:t> например: "пари от интернет", "</a:t>
            </a:r>
            <a:r>
              <a:rPr lang="ru-RU" dirty="0" err="1"/>
              <a:t>страхотна</a:t>
            </a:r>
            <a:r>
              <a:rPr lang="ru-RU" dirty="0"/>
              <a:t> </a:t>
            </a:r>
            <a:r>
              <a:rPr lang="ru-RU" dirty="0" err="1"/>
              <a:t>гледка</a:t>
            </a:r>
            <a:r>
              <a:rPr lang="ru-RU" dirty="0"/>
              <a:t>", "</a:t>
            </a:r>
            <a:r>
              <a:rPr lang="ru-RU" dirty="0" err="1"/>
              <a:t>милионер</a:t>
            </a:r>
            <a:r>
              <a:rPr lang="ru-RU" dirty="0"/>
              <a:t> без </a:t>
            </a:r>
            <a:r>
              <a:rPr lang="ru-RU" dirty="0" err="1"/>
              <a:t>наследници</a:t>
            </a:r>
            <a:r>
              <a:rPr lang="ru-RU" dirty="0"/>
              <a:t>" и </a:t>
            </a:r>
            <a:r>
              <a:rPr lang="ru-RU" dirty="0" err="1"/>
              <a:t>други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3" name="Заглавие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5</a:t>
            </a:r>
            <a:r>
              <a:rPr lang="bg-BG" dirty="0" smtClean="0"/>
              <a:t>. </a:t>
            </a:r>
            <a:r>
              <a:rPr lang="bg-BG" dirty="0"/>
              <a:t>Спам </a:t>
            </a:r>
            <a:br>
              <a:rPr lang="bg-BG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446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err="1"/>
              <a:t>Съобщения</a:t>
            </a:r>
            <a:r>
              <a:rPr lang="ru-RU" sz="2000" dirty="0"/>
              <a:t> със злонамерен характер, </a:t>
            </a:r>
            <a:r>
              <a:rPr lang="ru-RU" sz="2000" dirty="0" err="1"/>
              <a:t>целящи</a:t>
            </a:r>
            <a:r>
              <a:rPr lang="ru-RU" sz="2000" dirty="0"/>
              <a:t> </a:t>
            </a:r>
            <a:r>
              <a:rPr lang="ru-RU" sz="2000" dirty="0" err="1"/>
              <a:t>инсталиране</a:t>
            </a:r>
            <a:r>
              <a:rPr lang="ru-RU" sz="2000" dirty="0"/>
              <a:t> на зловреден </a:t>
            </a:r>
            <a:r>
              <a:rPr lang="ru-RU" sz="2000" dirty="0" err="1"/>
              <a:t>софтуер</a:t>
            </a:r>
            <a:r>
              <a:rPr lang="ru-RU" sz="2000" dirty="0"/>
              <a:t>, за </a:t>
            </a:r>
            <a:r>
              <a:rPr lang="ru-RU" sz="2000" dirty="0" err="1"/>
              <a:t>разпращане</a:t>
            </a:r>
            <a:r>
              <a:rPr lang="ru-RU" sz="2000" dirty="0"/>
              <a:t> на SPAM; за </a:t>
            </a:r>
            <a:r>
              <a:rPr lang="ru-RU" sz="2000" dirty="0" err="1"/>
              <a:t>придобиване</a:t>
            </a:r>
            <a:r>
              <a:rPr lang="ru-RU" sz="2000" dirty="0"/>
              <a:t> на </a:t>
            </a:r>
            <a:r>
              <a:rPr lang="ru-RU" sz="2000" dirty="0" err="1"/>
              <a:t>лична</a:t>
            </a:r>
            <a:r>
              <a:rPr lang="ru-RU" sz="2000" dirty="0"/>
              <a:t> информация и </a:t>
            </a:r>
            <a:r>
              <a:rPr lang="ru-RU" sz="2000" dirty="0" err="1"/>
              <a:t>друго</a:t>
            </a:r>
            <a:r>
              <a:rPr lang="ru-RU" sz="2000" dirty="0"/>
              <a:t>.</a:t>
            </a:r>
          </a:p>
          <a:p>
            <a:r>
              <a:rPr lang="ru-RU" sz="2000" dirty="0" err="1"/>
              <a:t>Съобщения</a:t>
            </a:r>
            <a:r>
              <a:rPr lang="ru-RU" sz="2000" dirty="0"/>
              <a:t> за </a:t>
            </a:r>
            <a:r>
              <a:rPr lang="ru-RU" sz="2000" dirty="0" err="1"/>
              <a:t>добиване</a:t>
            </a:r>
            <a:r>
              <a:rPr lang="ru-RU" sz="2000" dirty="0"/>
              <a:t> на </a:t>
            </a:r>
            <a:r>
              <a:rPr lang="ru-RU" sz="2000" dirty="0" err="1"/>
              <a:t>чувствителни</a:t>
            </a:r>
            <a:r>
              <a:rPr lang="ru-RU" sz="2000" dirty="0"/>
              <a:t> </a:t>
            </a:r>
            <a:r>
              <a:rPr lang="ru-RU" sz="2000" dirty="0" err="1"/>
              <a:t>данни</a:t>
            </a:r>
            <a:r>
              <a:rPr lang="ru-RU" sz="2000" dirty="0"/>
              <a:t>, </a:t>
            </a:r>
            <a:r>
              <a:rPr lang="ru-RU" sz="2000" dirty="0" err="1"/>
              <a:t>като</a:t>
            </a:r>
            <a:r>
              <a:rPr lang="ru-RU" sz="2000" dirty="0"/>
              <a:t> например </a:t>
            </a:r>
            <a:r>
              <a:rPr lang="ru-RU" sz="2000" dirty="0" err="1"/>
              <a:t>потребителско</a:t>
            </a:r>
            <a:r>
              <a:rPr lang="ru-RU" sz="2000" dirty="0"/>
              <a:t> </a:t>
            </a:r>
            <a:r>
              <a:rPr lang="ru-RU" sz="2000" dirty="0" err="1"/>
              <a:t>име</a:t>
            </a:r>
            <a:r>
              <a:rPr lang="ru-RU" sz="2000" dirty="0"/>
              <a:t>, </a:t>
            </a:r>
            <a:r>
              <a:rPr lang="ru-RU" sz="2000" dirty="0" err="1"/>
              <a:t>парола</a:t>
            </a:r>
            <a:r>
              <a:rPr lang="ru-RU" sz="2000" dirty="0"/>
              <a:t>, номер на </a:t>
            </a:r>
            <a:r>
              <a:rPr lang="ru-RU" sz="2000" dirty="0" err="1"/>
              <a:t>кредитна</a:t>
            </a:r>
            <a:r>
              <a:rPr lang="ru-RU" sz="2000" dirty="0"/>
              <a:t> карта и </a:t>
            </a:r>
            <a:r>
              <a:rPr lang="ru-RU" sz="2000" dirty="0" err="1"/>
              <a:t>други</a:t>
            </a:r>
            <a:endParaRPr lang="en-US" sz="2000" dirty="0"/>
          </a:p>
        </p:txBody>
      </p:sp>
      <p:sp>
        <p:nvSpPr>
          <p:cNvPr id="3" name="Заглавие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5. Спам </a:t>
            </a:r>
            <a:br>
              <a:rPr lang="bg-BG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854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err="1"/>
              <a:t>Отнасяйте</a:t>
            </a:r>
            <a:r>
              <a:rPr lang="ru-RU" dirty="0"/>
              <a:t> се </a:t>
            </a:r>
            <a:r>
              <a:rPr lang="ru-RU" dirty="0" err="1"/>
              <a:t>грижливо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своя адрес. Не </a:t>
            </a:r>
            <a:r>
              <a:rPr lang="ru-RU" dirty="0" err="1"/>
              <a:t>го</a:t>
            </a:r>
            <a:r>
              <a:rPr lang="ru-RU" dirty="0"/>
              <a:t> </a:t>
            </a:r>
            <a:r>
              <a:rPr lang="ru-RU" dirty="0" err="1"/>
              <a:t>публикувайте</a:t>
            </a:r>
            <a:r>
              <a:rPr lang="ru-RU" dirty="0"/>
              <a:t> </a:t>
            </a:r>
            <a:r>
              <a:rPr lang="ru-RU" dirty="0" err="1"/>
              <a:t>във</a:t>
            </a:r>
            <a:r>
              <a:rPr lang="ru-RU" dirty="0"/>
              <a:t> </a:t>
            </a:r>
            <a:r>
              <a:rPr lang="ru-RU" dirty="0" err="1"/>
              <a:t>форуми</a:t>
            </a:r>
            <a:r>
              <a:rPr lang="ru-RU" dirty="0"/>
              <a:t>, не се </a:t>
            </a:r>
            <a:r>
              <a:rPr lang="ru-RU" dirty="0" err="1"/>
              <a:t>регистрирайте</a:t>
            </a:r>
            <a:r>
              <a:rPr lang="ru-RU" dirty="0"/>
              <a:t> с него за </a:t>
            </a:r>
            <a:r>
              <a:rPr lang="ru-RU" dirty="0" err="1"/>
              <a:t>съмнителни</a:t>
            </a:r>
            <a:r>
              <a:rPr lang="ru-RU" dirty="0"/>
              <a:t> услуги.</a:t>
            </a:r>
          </a:p>
          <a:p>
            <a:r>
              <a:rPr lang="ru-RU" dirty="0"/>
              <a:t>Не </a:t>
            </a:r>
            <a:r>
              <a:rPr lang="ru-RU" dirty="0" err="1"/>
              <a:t>отваряйте</a:t>
            </a:r>
            <a:r>
              <a:rPr lang="ru-RU" dirty="0"/>
              <a:t> и в </a:t>
            </a:r>
            <a:r>
              <a:rPr lang="ru-RU" dirty="0" err="1"/>
              <a:t>никакъв</a:t>
            </a:r>
            <a:r>
              <a:rPr lang="ru-RU" dirty="0"/>
              <a:t> случай не </a:t>
            </a:r>
            <a:r>
              <a:rPr lang="ru-RU" dirty="0" err="1"/>
              <a:t>отговаряйте</a:t>
            </a:r>
            <a:r>
              <a:rPr lang="ru-RU" dirty="0"/>
              <a:t> на </a:t>
            </a:r>
            <a:r>
              <a:rPr lang="ru-RU" dirty="0" err="1"/>
              <a:t>съобщения</a:t>
            </a:r>
            <a:r>
              <a:rPr lang="ru-RU" dirty="0"/>
              <a:t>, </a:t>
            </a:r>
            <a:r>
              <a:rPr lang="ru-RU" dirty="0" err="1"/>
              <a:t>които</a:t>
            </a:r>
            <a:r>
              <a:rPr lang="ru-RU" dirty="0"/>
              <a:t> </a:t>
            </a:r>
            <a:r>
              <a:rPr lang="ru-RU" dirty="0" err="1"/>
              <a:t>според</a:t>
            </a:r>
            <a:r>
              <a:rPr lang="ru-RU" dirty="0"/>
              <a:t> Вас </a:t>
            </a:r>
            <a:r>
              <a:rPr lang="ru-RU" dirty="0" err="1"/>
              <a:t>могат</a:t>
            </a:r>
            <a:r>
              <a:rPr lang="ru-RU" dirty="0"/>
              <a:t> да </a:t>
            </a:r>
            <a:r>
              <a:rPr lang="ru-RU" dirty="0" err="1"/>
              <a:t>бъдат</a:t>
            </a:r>
            <a:r>
              <a:rPr lang="ru-RU" dirty="0"/>
              <a:t> </a:t>
            </a:r>
            <a:r>
              <a:rPr lang="ru-RU" dirty="0" err="1"/>
              <a:t>определени</a:t>
            </a:r>
            <a:r>
              <a:rPr lang="ru-RU" dirty="0"/>
              <a:t> </a:t>
            </a:r>
            <a:r>
              <a:rPr lang="ru-RU" dirty="0" err="1"/>
              <a:t>като</a:t>
            </a:r>
            <a:r>
              <a:rPr lang="ru-RU" dirty="0"/>
              <a:t> Спам. По </a:t>
            </a:r>
            <a:r>
              <a:rPr lang="ru-RU" dirty="0" err="1"/>
              <a:t>този</a:t>
            </a:r>
            <a:r>
              <a:rPr lang="ru-RU" dirty="0"/>
              <a:t> начин </a:t>
            </a:r>
            <a:r>
              <a:rPr lang="ru-RU" dirty="0" err="1"/>
              <a:t>демонстрирате</a:t>
            </a:r>
            <a:r>
              <a:rPr lang="ru-RU" dirty="0"/>
              <a:t>, че адреса е активен и в </a:t>
            </a:r>
            <a:r>
              <a:rPr lang="ru-RU" dirty="0" err="1"/>
              <a:t>резултат</a:t>
            </a:r>
            <a:r>
              <a:rPr lang="ru-RU" dirty="0"/>
              <a:t> ще </a:t>
            </a:r>
            <a:r>
              <a:rPr lang="ru-RU" dirty="0" err="1"/>
              <a:t>бъдете</a:t>
            </a:r>
            <a:r>
              <a:rPr lang="ru-RU" dirty="0"/>
              <a:t> </a:t>
            </a:r>
            <a:r>
              <a:rPr lang="ru-RU" dirty="0" err="1"/>
              <a:t>затрупани</a:t>
            </a:r>
            <a:r>
              <a:rPr lang="ru-RU" dirty="0"/>
              <a:t> с </a:t>
            </a:r>
            <a:r>
              <a:rPr lang="ru-RU" dirty="0" err="1"/>
              <a:t>още</a:t>
            </a:r>
            <a:r>
              <a:rPr lang="ru-RU" dirty="0"/>
              <a:t> </a:t>
            </a:r>
            <a:r>
              <a:rPr lang="ru-RU" dirty="0" err="1"/>
              <a:t>реклами</a:t>
            </a:r>
            <a:r>
              <a:rPr lang="ru-RU" dirty="0"/>
              <a:t>.</a:t>
            </a:r>
          </a:p>
          <a:p>
            <a:r>
              <a:rPr lang="ru-RU" dirty="0"/>
              <a:t>Не кликайте </a:t>
            </a:r>
            <a:r>
              <a:rPr lang="ru-RU" dirty="0" err="1"/>
              <a:t>върху</a:t>
            </a:r>
            <a:r>
              <a:rPr lang="ru-RU" dirty="0"/>
              <a:t> </a:t>
            </a:r>
            <a:r>
              <a:rPr lang="ru-RU" dirty="0" err="1"/>
              <a:t>връзките</a:t>
            </a:r>
            <a:r>
              <a:rPr lang="ru-RU" dirty="0"/>
              <a:t> (</a:t>
            </a:r>
            <a:r>
              <a:rPr lang="ru-RU" dirty="0" err="1"/>
              <a:t>линковете</a:t>
            </a:r>
            <a:r>
              <a:rPr lang="ru-RU" dirty="0"/>
              <a:t>), </a:t>
            </a:r>
            <a:r>
              <a:rPr lang="ru-RU" dirty="0" err="1"/>
              <a:t>които</a:t>
            </a:r>
            <a:r>
              <a:rPr lang="ru-RU" dirty="0"/>
              <a:t> </a:t>
            </a:r>
            <a:r>
              <a:rPr lang="ru-RU" dirty="0" err="1"/>
              <a:t>тези</a:t>
            </a:r>
            <a:r>
              <a:rPr lang="ru-RU" dirty="0"/>
              <a:t> </a:t>
            </a:r>
            <a:r>
              <a:rPr lang="ru-RU" dirty="0" err="1"/>
              <a:t>писма</a:t>
            </a:r>
            <a:r>
              <a:rPr lang="ru-RU" dirty="0"/>
              <a:t> </a:t>
            </a:r>
            <a:r>
              <a:rPr lang="ru-RU" dirty="0" err="1"/>
              <a:t>съдържат</a:t>
            </a:r>
            <a:r>
              <a:rPr lang="ru-RU" dirty="0"/>
              <a:t>.</a:t>
            </a:r>
          </a:p>
          <a:p>
            <a:r>
              <a:rPr lang="ru-RU" dirty="0" err="1"/>
              <a:t>Внимавайте</a:t>
            </a:r>
            <a:r>
              <a:rPr lang="ru-RU" dirty="0"/>
              <a:t>, </a:t>
            </a:r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инсталирате</a:t>
            </a:r>
            <a:r>
              <a:rPr lang="ru-RU" dirty="0"/>
              <a:t> </a:t>
            </a:r>
            <a:r>
              <a:rPr lang="ru-RU" dirty="0" err="1"/>
              <a:t>безплатен</a:t>
            </a:r>
            <a:r>
              <a:rPr lang="ru-RU" dirty="0"/>
              <a:t> </a:t>
            </a:r>
            <a:r>
              <a:rPr lang="ru-RU" dirty="0" err="1"/>
              <a:t>софтуер</a:t>
            </a:r>
            <a:r>
              <a:rPr lang="ru-RU" dirty="0"/>
              <a:t>, </a:t>
            </a:r>
            <a:r>
              <a:rPr lang="ru-RU" dirty="0" err="1"/>
              <a:t>защото</a:t>
            </a:r>
            <a:r>
              <a:rPr lang="ru-RU" dirty="0"/>
              <a:t> </a:t>
            </a:r>
            <a:r>
              <a:rPr lang="ru-RU" dirty="0" err="1"/>
              <a:t>има</a:t>
            </a:r>
            <a:r>
              <a:rPr lang="ru-RU" dirty="0"/>
              <a:t> приложения, </a:t>
            </a:r>
            <a:r>
              <a:rPr lang="ru-RU" dirty="0" err="1"/>
              <a:t>които</a:t>
            </a:r>
            <a:r>
              <a:rPr lang="ru-RU" dirty="0"/>
              <a:t> следят и </a:t>
            </a:r>
            <a:r>
              <a:rPr lang="ru-RU" dirty="0" err="1"/>
              <a:t>изпращат</a:t>
            </a:r>
            <a:r>
              <a:rPr lang="ru-RU" dirty="0"/>
              <a:t> </a:t>
            </a:r>
            <a:r>
              <a:rPr lang="ru-RU" dirty="0" err="1"/>
              <a:t>Вашия</a:t>
            </a:r>
            <a:r>
              <a:rPr lang="ru-RU" dirty="0"/>
              <a:t> </a:t>
            </a:r>
            <a:r>
              <a:rPr lang="ru-RU" dirty="0" err="1"/>
              <a:t>имейл</a:t>
            </a:r>
            <a:r>
              <a:rPr lang="ru-RU" dirty="0"/>
              <a:t> адрес на рекламодатели. За да </a:t>
            </a:r>
            <a:r>
              <a:rPr lang="ru-RU" dirty="0" err="1"/>
              <a:t>спре</a:t>
            </a:r>
            <a:r>
              <a:rPr lang="ru-RU" dirty="0"/>
              <a:t> </a:t>
            </a:r>
            <a:r>
              <a:rPr lang="ru-RU" dirty="0" err="1"/>
              <a:t>този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, </a:t>
            </a:r>
            <a:r>
              <a:rPr lang="ru-RU" dirty="0" err="1"/>
              <a:t>деинсталирайте</a:t>
            </a:r>
            <a:r>
              <a:rPr lang="ru-RU" dirty="0"/>
              <a:t> подобен </a:t>
            </a:r>
            <a:r>
              <a:rPr lang="ru-RU" dirty="0" err="1"/>
              <a:t>софтуер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3" name="Заглавие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6. Как да се предпазим от Спам?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041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/>
              <a:t>АБВ </a:t>
            </a:r>
            <a:r>
              <a:rPr lang="ru-RU" sz="2000" dirty="0" err="1"/>
              <a:t>Поща</a:t>
            </a:r>
            <a:r>
              <a:rPr lang="ru-RU" sz="2000" dirty="0"/>
              <a:t> </a:t>
            </a:r>
            <a:r>
              <a:rPr lang="ru-RU" sz="2000" dirty="0" err="1"/>
              <a:t>предлага</a:t>
            </a:r>
            <a:r>
              <a:rPr lang="ru-RU" sz="2000" dirty="0"/>
              <a:t> </a:t>
            </a:r>
            <a:r>
              <a:rPr lang="ru-RU" sz="2000" dirty="0" err="1"/>
              <a:t>опцията</a:t>
            </a:r>
            <a:r>
              <a:rPr lang="ru-RU" sz="2000" dirty="0"/>
              <a:t> “Защита от Спам”, </a:t>
            </a:r>
            <a:r>
              <a:rPr lang="ru-RU" sz="2000" dirty="0" err="1"/>
              <a:t>която</a:t>
            </a:r>
            <a:r>
              <a:rPr lang="ru-RU" sz="2000" dirty="0"/>
              <a:t> можете да </a:t>
            </a:r>
            <a:r>
              <a:rPr lang="ru-RU" sz="2000" dirty="0" err="1"/>
              <a:t>използвате</a:t>
            </a:r>
            <a:r>
              <a:rPr lang="ru-RU" sz="2000" dirty="0"/>
              <a:t> в случай, че на </a:t>
            </a:r>
            <a:r>
              <a:rPr lang="ru-RU" sz="2000" dirty="0" err="1"/>
              <a:t>Вашия</a:t>
            </a:r>
            <a:r>
              <a:rPr lang="ru-RU" sz="2000" dirty="0"/>
              <a:t> </a:t>
            </a:r>
            <a:r>
              <a:rPr lang="ru-RU" sz="2000" dirty="0" err="1"/>
              <a:t>имейл</a:t>
            </a:r>
            <a:r>
              <a:rPr lang="ru-RU" sz="2000" dirty="0"/>
              <a:t> адрес вече </a:t>
            </a:r>
            <a:r>
              <a:rPr lang="ru-RU" sz="2000" dirty="0" err="1"/>
              <a:t>получавате</a:t>
            </a:r>
            <a:r>
              <a:rPr lang="ru-RU" sz="2000" dirty="0"/>
              <a:t> </a:t>
            </a:r>
            <a:r>
              <a:rPr lang="ru-RU" sz="2000" dirty="0" err="1"/>
              <a:t>нежелана</a:t>
            </a:r>
            <a:r>
              <a:rPr lang="ru-RU" sz="2000" dirty="0"/>
              <a:t> </a:t>
            </a:r>
            <a:r>
              <a:rPr lang="ru-RU" sz="2000" dirty="0" err="1"/>
              <a:t>кореспонденция</a:t>
            </a:r>
            <a:r>
              <a:rPr lang="ru-RU" sz="2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437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>
          <a:xfrm>
            <a:off x="872067" y="2209800"/>
            <a:ext cx="7408333" cy="3916363"/>
          </a:xfrm>
        </p:spPr>
        <p:txBody>
          <a:bodyPr>
            <a:normAutofit fontScale="85000" lnSpcReduction="20000"/>
          </a:bodyPr>
          <a:lstStyle/>
          <a:p>
            <a:r>
              <a:rPr lang="ru-RU" dirty="0" err="1"/>
              <a:t>Фишинг</a:t>
            </a:r>
            <a:r>
              <a:rPr lang="ru-RU" dirty="0"/>
              <a:t> </a:t>
            </a:r>
            <a:r>
              <a:rPr lang="ru-RU" dirty="0" err="1"/>
              <a:t>атаките</a:t>
            </a:r>
            <a:r>
              <a:rPr lang="ru-RU" dirty="0"/>
              <a:t> са </a:t>
            </a:r>
            <a:r>
              <a:rPr lang="ru-RU" dirty="0" err="1"/>
              <a:t>киберпрестъпления</a:t>
            </a:r>
            <a:r>
              <a:rPr lang="ru-RU" dirty="0"/>
              <a:t>, при </a:t>
            </a:r>
            <a:r>
              <a:rPr lang="ru-RU" dirty="0" err="1"/>
              <a:t>които</a:t>
            </a:r>
            <a:r>
              <a:rPr lang="ru-RU" dirty="0"/>
              <a:t> </a:t>
            </a:r>
            <a:r>
              <a:rPr lang="ru-RU" dirty="0" err="1"/>
              <a:t>потребителите</a:t>
            </a:r>
            <a:r>
              <a:rPr lang="ru-RU" dirty="0"/>
              <a:t> се </a:t>
            </a:r>
            <a:r>
              <a:rPr lang="ru-RU" dirty="0" err="1"/>
              <a:t>подвеждат</a:t>
            </a:r>
            <a:r>
              <a:rPr lang="ru-RU" dirty="0"/>
              <a:t> да </a:t>
            </a:r>
            <a:r>
              <a:rPr lang="ru-RU" dirty="0" err="1"/>
              <a:t>споделят</a:t>
            </a:r>
            <a:r>
              <a:rPr lang="ru-RU" dirty="0"/>
              <a:t> </a:t>
            </a:r>
            <a:r>
              <a:rPr lang="ru-RU" dirty="0" err="1"/>
              <a:t>личните</a:t>
            </a:r>
            <a:r>
              <a:rPr lang="ru-RU" dirty="0"/>
              <a:t> си </a:t>
            </a:r>
            <a:r>
              <a:rPr lang="ru-RU" dirty="0" err="1"/>
              <a:t>данни</a:t>
            </a:r>
            <a:r>
              <a:rPr lang="ru-RU" dirty="0"/>
              <a:t>, </a:t>
            </a:r>
            <a:r>
              <a:rPr lang="ru-RU" dirty="0" err="1"/>
              <a:t>като</a:t>
            </a:r>
            <a:r>
              <a:rPr lang="ru-RU" dirty="0"/>
              <a:t> например </a:t>
            </a:r>
            <a:r>
              <a:rPr lang="ru-RU" dirty="0" err="1"/>
              <a:t>данни</a:t>
            </a:r>
            <a:r>
              <a:rPr lang="ru-RU" dirty="0"/>
              <a:t> за </a:t>
            </a:r>
            <a:r>
              <a:rPr lang="ru-RU" dirty="0" err="1"/>
              <a:t>кредитни</a:t>
            </a:r>
            <a:r>
              <a:rPr lang="ru-RU" dirty="0"/>
              <a:t> </a:t>
            </a:r>
            <a:r>
              <a:rPr lang="ru-RU" dirty="0" err="1"/>
              <a:t>карти</a:t>
            </a:r>
            <a:r>
              <a:rPr lang="ru-RU" dirty="0"/>
              <a:t> и пароли, и </a:t>
            </a:r>
            <a:r>
              <a:rPr lang="ru-RU" dirty="0" err="1"/>
              <a:t>дават</a:t>
            </a:r>
            <a:r>
              <a:rPr lang="ru-RU" dirty="0"/>
              <a:t> на </a:t>
            </a:r>
            <a:r>
              <a:rPr lang="ru-RU" dirty="0" err="1"/>
              <a:t>хакерите</a:t>
            </a:r>
            <a:r>
              <a:rPr lang="ru-RU" dirty="0"/>
              <a:t> </a:t>
            </a:r>
            <a:r>
              <a:rPr lang="ru-RU" dirty="0" err="1"/>
              <a:t>достъп</a:t>
            </a:r>
            <a:r>
              <a:rPr lang="ru-RU" dirty="0"/>
              <a:t> до </a:t>
            </a:r>
            <a:r>
              <a:rPr lang="ru-RU" dirty="0" err="1"/>
              <a:t>устройствата</a:t>
            </a:r>
            <a:r>
              <a:rPr lang="ru-RU" dirty="0"/>
              <a:t> си, </a:t>
            </a:r>
            <a:r>
              <a:rPr lang="ru-RU" dirty="0" err="1"/>
              <a:t>често</a:t>
            </a:r>
            <a:r>
              <a:rPr lang="ru-RU" dirty="0"/>
              <a:t> </a:t>
            </a:r>
            <a:r>
              <a:rPr lang="ru-RU" dirty="0" err="1"/>
              <a:t>дори</a:t>
            </a:r>
            <a:r>
              <a:rPr lang="ru-RU" dirty="0"/>
              <a:t> без да </a:t>
            </a:r>
            <a:r>
              <a:rPr lang="ru-RU" dirty="0" err="1"/>
              <a:t>подозират</a:t>
            </a:r>
            <a:r>
              <a:rPr lang="ru-RU" dirty="0"/>
              <a:t>. По </a:t>
            </a:r>
            <a:r>
              <a:rPr lang="ru-RU" dirty="0" err="1"/>
              <a:t>същество</a:t>
            </a:r>
            <a:r>
              <a:rPr lang="ru-RU" dirty="0"/>
              <a:t> </a:t>
            </a:r>
            <a:r>
              <a:rPr lang="ru-RU" dirty="0" err="1"/>
              <a:t>това</a:t>
            </a:r>
            <a:r>
              <a:rPr lang="ru-RU" dirty="0"/>
              <a:t> е инфекция, </a:t>
            </a:r>
            <a:r>
              <a:rPr lang="ru-RU" dirty="0" err="1"/>
              <a:t>която</a:t>
            </a:r>
            <a:r>
              <a:rPr lang="ru-RU" dirty="0"/>
              <a:t> </a:t>
            </a:r>
            <a:r>
              <a:rPr lang="ru-RU" dirty="0" err="1"/>
              <a:t>атакува</a:t>
            </a:r>
            <a:r>
              <a:rPr lang="ru-RU" dirty="0"/>
              <a:t> </a:t>
            </a:r>
            <a:r>
              <a:rPr lang="ru-RU" dirty="0" err="1"/>
              <a:t>компютъра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 </a:t>
            </a:r>
            <a:r>
              <a:rPr lang="ru-RU" dirty="0" err="1"/>
              <a:t>подмамвайки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да </a:t>
            </a:r>
            <a:r>
              <a:rPr lang="ru-RU" dirty="0" err="1"/>
              <a:t>го</a:t>
            </a:r>
            <a:r>
              <a:rPr lang="ru-RU" dirty="0"/>
              <a:t> </a:t>
            </a:r>
            <a:r>
              <a:rPr lang="ru-RU" dirty="0" err="1"/>
              <a:t>изтеглите</a:t>
            </a:r>
            <a:r>
              <a:rPr lang="ru-RU" dirty="0"/>
              <a:t>.</a:t>
            </a:r>
          </a:p>
          <a:p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обозначаваме</a:t>
            </a:r>
            <a:r>
              <a:rPr lang="ru-RU" dirty="0"/>
              <a:t> </a:t>
            </a:r>
            <a:r>
              <a:rPr lang="ru-RU" dirty="0" err="1"/>
              <a:t>видове</a:t>
            </a:r>
            <a:r>
              <a:rPr lang="ru-RU" dirty="0"/>
              <a:t> злонамерен </a:t>
            </a:r>
            <a:r>
              <a:rPr lang="ru-RU" dirty="0" err="1"/>
              <a:t>софтуер</a:t>
            </a:r>
            <a:r>
              <a:rPr lang="ru-RU" dirty="0"/>
              <a:t>, </a:t>
            </a:r>
            <a:r>
              <a:rPr lang="ru-RU" dirty="0" err="1"/>
              <a:t>като</a:t>
            </a:r>
            <a:r>
              <a:rPr lang="ru-RU" dirty="0"/>
              <a:t> </a:t>
            </a:r>
            <a:r>
              <a:rPr lang="ru-RU" dirty="0" err="1"/>
              <a:t>вируси</a:t>
            </a:r>
            <a:r>
              <a:rPr lang="ru-RU" dirty="0"/>
              <a:t>, шпионски </a:t>
            </a:r>
            <a:r>
              <a:rPr lang="ru-RU" dirty="0" err="1"/>
              <a:t>софтуер</a:t>
            </a:r>
            <a:r>
              <a:rPr lang="ru-RU" dirty="0"/>
              <a:t> или </a:t>
            </a:r>
            <a:r>
              <a:rPr lang="ru-RU" dirty="0" err="1"/>
              <a:t>хардуер</a:t>
            </a:r>
            <a:r>
              <a:rPr lang="ru-RU" dirty="0"/>
              <a:t>, имаме </a:t>
            </a:r>
            <a:r>
              <a:rPr lang="ru-RU" dirty="0" err="1"/>
              <a:t>предвид</a:t>
            </a:r>
            <a:r>
              <a:rPr lang="ru-RU" dirty="0"/>
              <a:t> формата, </a:t>
            </a:r>
            <a:r>
              <a:rPr lang="ru-RU" dirty="0" err="1"/>
              <a:t>която</a:t>
            </a:r>
            <a:r>
              <a:rPr lang="ru-RU" dirty="0"/>
              <a:t> </a:t>
            </a:r>
            <a:r>
              <a:rPr lang="ru-RU" dirty="0" err="1"/>
              <a:t>заразата</a:t>
            </a:r>
            <a:r>
              <a:rPr lang="ru-RU" dirty="0"/>
              <a:t> приема. </a:t>
            </a:r>
            <a:r>
              <a:rPr lang="ru-RU" dirty="0" err="1"/>
              <a:t>Фишингът</a:t>
            </a:r>
            <a:r>
              <a:rPr lang="ru-RU" dirty="0"/>
              <a:t> е </a:t>
            </a:r>
            <a:r>
              <a:rPr lang="ru-RU" dirty="0" err="1"/>
              <a:t>изключение</a:t>
            </a:r>
            <a:r>
              <a:rPr lang="ru-RU" dirty="0"/>
              <a:t> от </a:t>
            </a:r>
            <a:r>
              <a:rPr lang="ru-RU" dirty="0" err="1"/>
              <a:t>това</a:t>
            </a:r>
            <a:r>
              <a:rPr lang="ru-RU" dirty="0"/>
              <a:t> правило, </a:t>
            </a:r>
            <a:r>
              <a:rPr lang="ru-RU" dirty="0" err="1"/>
              <a:t>който</a:t>
            </a:r>
            <a:r>
              <a:rPr lang="ru-RU" dirty="0"/>
              <a:t> </a:t>
            </a:r>
            <a:r>
              <a:rPr lang="ru-RU" dirty="0" err="1"/>
              <a:t>описва</a:t>
            </a:r>
            <a:r>
              <a:rPr lang="ru-RU" dirty="0"/>
              <a:t> </a:t>
            </a:r>
            <a:r>
              <a:rPr lang="ru-RU" dirty="0" err="1"/>
              <a:t>how</a:t>
            </a:r>
            <a:r>
              <a:rPr lang="ru-RU" dirty="0"/>
              <a:t> </a:t>
            </a:r>
            <a:r>
              <a:rPr lang="ru-RU" dirty="0" err="1"/>
              <a:t>проблемът</a:t>
            </a:r>
            <a:r>
              <a:rPr lang="ru-RU" dirty="0"/>
              <a:t>, </a:t>
            </a:r>
            <a:r>
              <a:rPr lang="ru-RU" dirty="0" err="1"/>
              <a:t>който</a:t>
            </a:r>
            <a:r>
              <a:rPr lang="ru-RU" dirty="0"/>
              <a:t> се е случил, а не как се </a:t>
            </a:r>
            <a:r>
              <a:rPr lang="ru-RU" dirty="0" err="1"/>
              <a:t>проявява</a:t>
            </a:r>
            <a:r>
              <a:rPr lang="ru-RU" dirty="0"/>
              <a:t>.</a:t>
            </a:r>
          </a:p>
          <a:p>
            <a:r>
              <a:rPr lang="ru-RU" dirty="0" err="1"/>
              <a:t>Затова</a:t>
            </a:r>
            <a:r>
              <a:rPr lang="ru-RU" dirty="0"/>
              <a:t> </a:t>
            </a:r>
            <a:r>
              <a:rPr lang="ru-RU" dirty="0" err="1"/>
              <a:t>фишингът</a:t>
            </a:r>
            <a:r>
              <a:rPr lang="ru-RU" dirty="0"/>
              <a:t> е успешен, </a:t>
            </a:r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жертвата</a:t>
            </a:r>
            <a:r>
              <a:rPr lang="ru-RU" dirty="0"/>
              <a:t> </a:t>
            </a:r>
            <a:r>
              <a:rPr lang="ru-RU" dirty="0" err="1"/>
              <a:t>кликне</a:t>
            </a:r>
            <a:r>
              <a:rPr lang="ru-RU" dirty="0"/>
              <a:t> </a:t>
            </a:r>
            <a:r>
              <a:rPr lang="ru-RU" dirty="0" err="1"/>
              <a:t>върху</a:t>
            </a:r>
            <a:r>
              <a:rPr lang="ru-RU" dirty="0"/>
              <a:t> </a:t>
            </a:r>
            <a:r>
              <a:rPr lang="ru-RU" dirty="0" err="1"/>
              <a:t>връзка</a:t>
            </a:r>
            <a:r>
              <a:rPr lang="ru-RU" dirty="0"/>
              <a:t> или </a:t>
            </a:r>
            <a:r>
              <a:rPr lang="ru-RU" dirty="0" err="1"/>
              <a:t>изтегли</a:t>
            </a:r>
            <a:r>
              <a:rPr lang="ru-RU" dirty="0"/>
              <a:t> файл, </a:t>
            </a:r>
            <a:r>
              <a:rPr lang="ru-RU" dirty="0" err="1"/>
              <a:t>като</a:t>
            </a:r>
            <a:r>
              <a:rPr lang="ru-RU" dirty="0"/>
              <a:t> по </a:t>
            </a:r>
            <a:r>
              <a:rPr lang="ru-RU" dirty="0" err="1"/>
              <a:t>този</a:t>
            </a:r>
            <a:r>
              <a:rPr lang="ru-RU" dirty="0"/>
              <a:t> начин </a:t>
            </a:r>
            <a:r>
              <a:rPr lang="ru-RU" dirty="0" err="1"/>
              <a:t>неволно</a:t>
            </a:r>
            <a:r>
              <a:rPr lang="ru-RU" dirty="0"/>
              <a:t> </a:t>
            </a:r>
            <a:r>
              <a:rPr lang="ru-RU" dirty="0" err="1"/>
              <a:t>позволява</a:t>
            </a:r>
            <a:r>
              <a:rPr lang="ru-RU" dirty="0"/>
              <a:t> на </a:t>
            </a:r>
            <a:r>
              <a:rPr lang="ru-RU" dirty="0" err="1"/>
              <a:t>зловредния</a:t>
            </a:r>
            <a:r>
              <a:rPr lang="ru-RU" dirty="0"/>
              <a:t> </a:t>
            </a:r>
            <a:r>
              <a:rPr lang="ru-RU" dirty="0" err="1"/>
              <a:t>софтуер</a:t>
            </a:r>
            <a:r>
              <a:rPr lang="ru-RU" dirty="0"/>
              <a:t> да </a:t>
            </a:r>
            <a:r>
              <a:rPr lang="ru-RU" dirty="0" err="1"/>
              <a:t>проникне</a:t>
            </a:r>
            <a:r>
              <a:rPr lang="ru-RU" dirty="0"/>
              <a:t> в </a:t>
            </a:r>
            <a:r>
              <a:rPr lang="ru-RU" dirty="0" err="1"/>
              <a:t>устройството</a:t>
            </a:r>
            <a:endParaRPr lang="en-US" dirty="0"/>
          </a:p>
        </p:txBody>
      </p:sp>
      <p:sp>
        <p:nvSpPr>
          <p:cNvPr id="3" name="Заглавие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7. </a:t>
            </a:r>
            <a:r>
              <a:rPr lang="bg-BG" dirty="0" err="1" smtClean="0"/>
              <a:t>Фишинг</a:t>
            </a:r>
            <a:r>
              <a:rPr lang="bg-BG" dirty="0"/>
              <a:t/>
            </a:r>
            <a:br>
              <a:rPr lang="bg-BG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736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Чрез </a:t>
            </a:r>
            <a:r>
              <a:rPr lang="ru-RU" dirty="0" err="1"/>
              <a:t>подвеждащо</a:t>
            </a:r>
            <a:r>
              <a:rPr lang="ru-RU" dirty="0"/>
              <a:t> </a:t>
            </a:r>
            <a:r>
              <a:rPr lang="ru-RU" dirty="0" err="1"/>
              <a:t>изпращане</a:t>
            </a:r>
            <a:r>
              <a:rPr lang="ru-RU" dirty="0"/>
              <a:t> на </a:t>
            </a:r>
            <a:r>
              <a:rPr lang="ru-RU" dirty="0" err="1"/>
              <a:t>електронни</a:t>
            </a:r>
            <a:r>
              <a:rPr lang="ru-RU" dirty="0"/>
              <a:t> </a:t>
            </a:r>
            <a:r>
              <a:rPr lang="ru-RU" dirty="0" err="1"/>
              <a:t>писма</a:t>
            </a:r>
            <a:r>
              <a:rPr lang="ru-RU" dirty="0"/>
              <a:t> от </a:t>
            </a:r>
            <a:r>
              <a:rPr lang="ru-RU" dirty="0" err="1"/>
              <a:t>банката</a:t>
            </a:r>
            <a:r>
              <a:rPr lang="ru-RU" dirty="0"/>
              <a:t> или </a:t>
            </a:r>
            <a:r>
              <a:rPr lang="ru-RU" dirty="0" err="1"/>
              <a:t>сървъра</a:t>
            </a:r>
            <a:r>
              <a:rPr lang="ru-RU" dirty="0"/>
              <a:t>, с </a:t>
            </a:r>
            <a:r>
              <a:rPr lang="ru-RU" dirty="0" err="1"/>
              <a:t>който</a:t>
            </a:r>
            <a:r>
              <a:rPr lang="ru-RU" dirty="0"/>
              <a:t> </a:t>
            </a:r>
            <a:r>
              <a:rPr lang="ru-RU" dirty="0" err="1"/>
              <a:t>работиш</a:t>
            </a:r>
            <a:r>
              <a:rPr lang="ru-RU" dirty="0"/>
              <a:t>, </a:t>
            </a:r>
            <a:r>
              <a:rPr lang="ru-RU" dirty="0" err="1"/>
              <a:t>ти</a:t>
            </a:r>
            <a:r>
              <a:rPr lang="ru-RU" dirty="0"/>
              <a:t> се </a:t>
            </a:r>
            <a:r>
              <a:rPr lang="ru-RU" dirty="0" err="1"/>
              <a:t>изисква</a:t>
            </a:r>
            <a:r>
              <a:rPr lang="ru-RU" dirty="0"/>
              <a:t> </a:t>
            </a:r>
            <a:r>
              <a:rPr lang="ru-RU" dirty="0" err="1"/>
              <a:t>въвеждане</a:t>
            </a:r>
            <a:r>
              <a:rPr lang="ru-RU" dirty="0"/>
              <a:t> на </a:t>
            </a:r>
            <a:r>
              <a:rPr lang="ru-RU" dirty="0" err="1"/>
              <a:t>лични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- </a:t>
            </a:r>
            <a:r>
              <a:rPr lang="ru-RU" dirty="0" err="1"/>
              <a:t>банкови</a:t>
            </a:r>
            <a:r>
              <a:rPr lang="ru-RU" dirty="0"/>
              <a:t> сметки, пароли, </a:t>
            </a:r>
            <a:r>
              <a:rPr lang="ru-RU" dirty="0" err="1"/>
              <a:t>потребителско</a:t>
            </a:r>
            <a:r>
              <a:rPr lang="ru-RU" dirty="0"/>
              <a:t> </a:t>
            </a:r>
            <a:r>
              <a:rPr lang="ru-RU" dirty="0" err="1"/>
              <a:t>име</a:t>
            </a:r>
            <a:r>
              <a:rPr lang="ru-RU" dirty="0"/>
              <a:t>, </a:t>
            </a:r>
            <a:r>
              <a:rPr lang="ru-RU" dirty="0" err="1"/>
              <a:t>достъп</a:t>
            </a:r>
            <a:r>
              <a:rPr lang="ru-RU" dirty="0"/>
              <a:t> до </a:t>
            </a:r>
            <a:r>
              <a:rPr lang="ru-RU" dirty="0" err="1"/>
              <a:t>електронна</a:t>
            </a:r>
            <a:r>
              <a:rPr lang="ru-RU" dirty="0"/>
              <a:t> </a:t>
            </a:r>
            <a:r>
              <a:rPr lang="ru-RU" dirty="0" err="1"/>
              <a:t>поща</a:t>
            </a:r>
            <a:r>
              <a:rPr lang="ru-RU" dirty="0"/>
              <a:t>. </a:t>
            </a:r>
            <a:r>
              <a:rPr lang="ru-RU" dirty="0" err="1"/>
              <a:t>Предоверявайки</a:t>
            </a:r>
            <a:r>
              <a:rPr lang="ru-RU" dirty="0"/>
              <a:t> се </a:t>
            </a:r>
            <a:r>
              <a:rPr lang="ru-RU" dirty="0" err="1"/>
              <a:t>ти</a:t>
            </a:r>
            <a:r>
              <a:rPr lang="ru-RU" dirty="0"/>
              <a:t> </a:t>
            </a:r>
            <a:r>
              <a:rPr lang="ru-RU" dirty="0" err="1"/>
              <a:t>ставаш</a:t>
            </a:r>
            <a:r>
              <a:rPr lang="ru-RU" dirty="0"/>
              <a:t> жертва и </a:t>
            </a:r>
            <a:r>
              <a:rPr lang="ru-RU" dirty="0" err="1"/>
              <a:t>така</a:t>
            </a:r>
            <a:r>
              <a:rPr lang="ru-RU" dirty="0"/>
              <a:t> </a:t>
            </a:r>
            <a:r>
              <a:rPr lang="ru-RU" dirty="0" err="1"/>
              <a:t>твоята</a:t>
            </a:r>
            <a:r>
              <a:rPr lang="ru-RU" dirty="0"/>
              <a:t> </a:t>
            </a:r>
            <a:r>
              <a:rPr lang="ru-RU" dirty="0" err="1"/>
              <a:t>самоличност</a:t>
            </a:r>
            <a:r>
              <a:rPr lang="ru-RU" dirty="0"/>
              <a:t> вече е достояние на </a:t>
            </a:r>
            <a:r>
              <a:rPr lang="ru-RU" dirty="0" err="1"/>
              <a:t>престъпния</a:t>
            </a:r>
            <a:r>
              <a:rPr lang="ru-RU" dirty="0"/>
              <a:t> свят. </a:t>
            </a:r>
            <a:r>
              <a:rPr lang="ru-RU" dirty="0" err="1"/>
              <a:t>Мейлите</a:t>
            </a:r>
            <a:r>
              <a:rPr lang="ru-RU" dirty="0"/>
              <a:t> </a:t>
            </a:r>
            <a:r>
              <a:rPr lang="ru-RU" dirty="0" err="1"/>
              <a:t>могат</a:t>
            </a:r>
            <a:r>
              <a:rPr lang="ru-RU" dirty="0"/>
              <a:t> да </a:t>
            </a:r>
            <a:r>
              <a:rPr lang="ru-RU" dirty="0" err="1"/>
              <a:t>бъдат</a:t>
            </a:r>
            <a:r>
              <a:rPr lang="ru-RU" dirty="0"/>
              <a:t> с обща информация или </a:t>
            </a:r>
            <a:r>
              <a:rPr lang="ru-RU" dirty="0" err="1"/>
              <a:t>по-конкретна</a:t>
            </a:r>
            <a:r>
              <a:rPr lang="ru-RU" dirty="0"/>
              <a:t>. Те </a:t>
            </a:r>
            <a:r>
              <a:rPr lang="ru-RU" dirty="0" err="1"/>
              <a:t>имат</a:t>
            </a:r>
            <a:r>
              <a:rPr lang="ru-RU" dirty="0"/>
              <a:t> общ характер и не </a:t>
            </a:r>
            <a:r>
              <a:rPr lang="ru-RU" dirty="0" err="1"/>
              <a:t>съдържат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за получателя.</a:t>
            </a:r>
          </a:p>
          <a:p>
            <a:r>
              <a:rPr lang="ru-RU" dirty="0" err="1"/>
              <a:t>Лотарийна</a:t>
            </a:r>
            <a:r>
              <a:rPr lang="ru-RU" dirty="0"/>
              <a:t> </a:t>
            </a:r>
            <a:r>
              <a:rPr lang="ru-RU" dirty="0" err="1"/>
              <a:t>измама</a:t>
            </a:r>
            <a:r>
              <a:rPr lang="ru-RU" dirty="0"/>
              <a:t> - чрез </a:t>
            </a:r>
            <a:r>
              <a:rPr lang="ru-RU" dirty="0" err="1"/>
              <a:t>имейл</a:t>
            </a:r>
            <a:r>
              <a:rPr lang="ru-RU" dirty="0"/>
              <a:t> </a:t>
            </a:r>
            <a:r>
              <a:rPr lang="ru-RU" dirty="0" err="1"/>
              <a:t>съобщение</a:t>
            </a:r>
            <a:r>
              <a:rPr lang="ru-RU" dirty="0"/>
              <a:t> </a:t>
            </a:r>
            <a:r>
              <a:rPr lang="ru-RU" dirty="0" err="1"/>
              <a:t>получаваш</a:t>
            </a:r>
            <a:r>
              <a:rPr lang="ru-RU" dirty="0"/>
              <a:t> информация, че си </a:t>
            </a:r>
            <a:r>
              <a:rPr lang="ru-RU" dirty="0" err="1"/>
              <a:t>спечелил</a:t>
            </a:r>
            <a:r>
              <a:rPr lang="ru-RU" dirty="0"/>
              <a:t> </a:t>
            </a:r>
            <a:r>
              <a:rPr lang="ru-RU" dirty="0" err="1"/>
              <a:t>голяма</a:t>
            </a:r>
            <a:r>
              <a:rPr lang="ru-RU" dirty="0"/>
              <a:t> сума пари </a:t>
            </a:r>
            <a:r>
              <a:rPr lang="ru-RU" dirty="0" err="1"/>
              <a:t>като</a:t>
            </a:r>
            <a:r>
              <a:rPr lang="ru-RU" dirty="0"/>
              <a:t> от </a:t>
            </a:r>
            <a:r>
              <a:rPr lang="ru-RU" dirty="0" err="1"/>
              <a:t>теб</a:t>
            </a:r>
            <a:r>
              <a:rPr lang="ru-RU" dirty="0"/>
              <a:t> се </a:t>
            </a:r>
            <a:r>
              <a:rPr lang="ru-RU" dirty="0" err="1"/>
              <a:t>искат</a:t>
            </a:r>
            <a:r>
              <a:rPr lang="ru-RU" dirty="0"/>
              <a:t> </a:t>
            </a:r>
            <a:r>
              <a:rPr lang="ru-RU" dirty="0" err="1"/>
              <a:t>лични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3" name="Заглавие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8. Видове </a:t>
            </a:r>
            <a:r>
              <a:rPr lang="bg-BG" dirty="0" err="1"/>
              <a:t>фишинг</a:t>
            </a:r>
            <a:r>
              <a:rPr lang="bg-BG" dirty="0"/>
              <a:t> измами:</a:t>
            </a:r>
            <a:br>
              <a:rPr lang="bg-BG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621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>
          <a:xfrm>
            <a:off x="872067" y="2362200"/>
            <a:ext cx="7408333" cy="3763963"/>
          </a:xfrm>
        </p:spPr>
        <p:txBody>
          <a:bodyPr>
            <a:normAutofit fontScale="85000" lnSpcReduction="20000"/>
          </a:bodyPr>
          <a:lstStyle/>
          <a:p>
            <a:r>
              <a:rPr lang="ru-RU" dirty="0" err="1"/>
              <a:t>Омографи</a:t>
            </a:r>
            <a:r>
              <a:rPr lang="ru-RU" dirty="0"/>
              <a:t> - </a:t>
            </a:r>
            <a:r>
              <a:rPr lang="ru-RU" dirty="0" err="1"/>
              <a:t>пренареждане</a:t>
            </a:r>
            <a:r>
              <a:rPr lang="ru-RU" dirty="0"/>
              <a:t> на </a:t>
            </a:r>
            <a:r>
              <a:rPr lang="ru-RU" dirty="0" err="1"/>
              <a:t>думи</a:t>
            </a:r>
            <a:r>
              <a:rPr lang="ru-RU" dirty="0"/>
              <a:t> с </a:t>
            </a:r>
            <a:r>
              <a:rPr lang="ru-RU" dirty="0" err="1"/>
              <a:t>размяна</a:t>
            </a:r>
            <a:r>
              <a:rPr lang="ru-RU" dirty="0"/>
              <a:t> на </a:t>
            </a:r>
            <a:r>
              <a:rPr lang="ru-RU" dirty="0" err="1"/>
              <a:t>букви</a:t>
            </a:r>
            <a:r>
              <a:rPr lang="ru-RU" dirty="0"/>
              <a:t>, </a:t>
            </a:r>
            <a:r>
              <a:rPr lang="ru-RU" dirty="0" err="1"/>
              <a:t>което</a:t>
            </a:r>
            <a:r>
              <a:rPr lang="ru-RU" dirty="0"/>
              <a:t> в </a:t>
            </a:r>
            <a:r>
              <a:rPr lang="ru-RU" dirty="0" err="1"/>
              <a:t>бързината</a:t>
            </a:r>
            <a:r>
              <a:rPr lang="ru-RU" dirty="0"/>
              <a:t> </a:t>
            </a:r>
            <a:r>
              <a:rPr lang="ru-RU" dirty="0" err="1"/>
              <a:t>потребителят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да не </a:t>
            </a:r>
            <a:r>
              <a:rPr lang="ru-RU" dirty="0" err="1"/>
              <a:t>забележи</a:t>
            </a:r>
            <a:r>
              <a:rPr lang="ru-RU" dirty="0"/>
              <a:t> – например вместо „адрес“ е </a:t>
            </a:r>
            <a:r>
              <a:rPr lang="ru-RU" dirty="0" err="1"/>
              <a:t>изписано</a:t>
            </a:r>
            <a:r>
              <a:rPr lang="ru-RU" dirty="0"/>
              <a:t> „</a:t>
            </a:r>
            <a:r>
              <a:rPr lang="ru-RU" dirty="0" err="1"/>
              <a:t>ардес</a:t>
            </a:r>
            <a:r>
              <a:rPr lang="ru-RU" dirty="0"/>
              <a:t>“.</a:t>
            </a:r>
          </a:p>
          <a:p>
            <a:r>
              <a:rPr lang="ru-RU" dirty="0" err="1"/>
              <a:t>Маскиране</a:t>
            </a:r>
            <a:r>
              <a:rPr lang="ru-RU" dirty="0"/>
              <a:t> на </a:t>
            </a:r>
            <a:r>
              <a:rPr lang="ru-RU" dirty="0" err="1"/>
              <a:t>адреси</a:t>
            </a:r>
            <a:r>
              <a:rPr lang="ru-RU" dirty="0"/>
              <a:t> - </a:t>
            </a:r>
            <a:r>
              <a:rPr lang="ru-RU" dirty="0" err="1"/>
              <a:t>изпращане</a:t>
            </a:r>
            <a:r>
              <a:rPr lang="ru-RU" dirty="0"/>
              <a:t> на </a:t>
            </a:r>
            <a:r>
              <a:rPr lang="ru-RU" dirty="0" err="1"/>
              <a:t>имейл</a:t>
            </a:r>
            <a:r>
              <a:rPr lang="ru-RU" dirty="0"/>
              <a:t> </a:t>
            </a:r>
            <a:r>
              <a:rPr lang="ru-RU" dirty="0" err="1"/>
              <a:t>линк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фалшиви</a:t>
            </a:r>
            <a:r>
              <a:rPr lang="ru-RU" dirty="0"/>
              <a:t> </a:t>
            </a:r>
            <a:r>
              <a:rPr lang="ru-RU" dirty="0" err="1"/>
              <a:t>фишинг</a:t>
            </a:r>
            <a:r>
              <a:rPr lang="ru-RU" dirty="0"/>
              <a:t> </a:t>
            </a:r>
            <a:r>
              <a:rPr lang="ru-RU" dirty="0" err="1"/>
              <a:t>сайтове</a:t>
            </a:r>
            <a:r>
              <a:rPr lang="ru-RU" dirty="0"/>
              <a:t>, </a:t>
            </a:r>
            <a:r>
              <a:rPr lang="ru-RU" dirty="0" err="1"/>
              <a:t>като</a:t>
            </a:r>
            <a:r>
              <a:rPr lang="ru-RU" dirty="0"/>
              <a:t> </a:t>
            </a:r>
            <a:r>
              <a:rPr lang="ru-RU" dirty="0" err="1"/>
              <a:t>понякога</a:t>
            </a:r>
            <a:r>
              <a:rPr lang="ru-RU" dirty="0"/>
              <a:t> се </a:t>
            </a:r>
            <a:r>
              <a:rPr lang="ru-RU" dirty="0" err="1"/>
              <a:t>използват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от </a:t>
            </a:r>
            <a:r>
              <a:rPr lang="ru-RU" dirty="0" err="1"/>
              <a:t>легитимни</a:t>
            </a:r>
            <a:r>
              <a:rPr lang="ru-RU" dirty="0"/>
              <a:t> </a:t>
            </a:r>
            <a:r>
              <a:rPr lang="ru-RU" dirty="0" err="1"/>
              <a:t>сайтове</a:t>
            </a:r>
            <a:r>
              <a:rPr lang="ru-RU" dirty="0"/>
              <a:t>. </a:t>
            </a:r>
            <a:r>
              <a:rPr lang="ru-RU" dirty="0" err="1"/>
              <a:t>Връзката</a:t>
            </a:r>
            <a:r>
              <a:rPr lang="ru-RU" dirty="0"/>
              <a:t> те </a:t>
            </a:r>
            <a:r>
              <a:rPr lang="ru-RU" dirty="0" err="1"/>
              <a:t>отвежда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подправен</a:t>
            </a:r>
            <a:r>
              <a:rPr lang="ru-RU" dirty="0"/>
              <a:t> </a:t>
            </a:r>
            <a:r>
              <a:rPr lang="ru-RU" dirty="0" err="1"/>
              <a:t>уеб</a:t>
            </a:r>
            <a:r>
              <a:rPr lang="ru-RU" dirty="0"/>
              <a:t> сайт. Не </a:t>
            </a:r>
            <a:r>
              <a:rPr lang="ru-RU" dirty="0" err="1"/>
              <a:t>предоставяй</a:t>
            </a:r>
            <a:r>
              <a:rPr lang="ru-RU" dirty="0"/>
              <a:t> </a:t>
            </a:r>
            <a:r>
              <a:rPr lang="ru-RU" dirty="0" err="1"/>
              <a:t>лични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на </a:t>
            </a:r>
            <a:r>
              <a:rPr lang="ru-RU" dirty="0" err="1"/>
              <a:t>подозрителни</a:t>
            </a:r>
            <a:r>
              <a:rPr lang="ru-RU" dirty="0"/>
              <a:t> </a:t>
            </a:r>
            <a:r>
              <a:rPr lang="ru-RU" dirty="0" err="1"/>
              <a:t>фирми</a:t>
            </a:r>
            <a:r>
              <a:rPr lang="ru-RU" dirty="0"/>
              <a:t>, </a:t>
            </a:r>
            <a:r>
              <a:rPr lang="ru-RU" dirty="0" err="1"/>
              <a:t>големите</a:t>
            </a:r>
            <a:r>
              <a:rPr lang="ru-RU" dirty="0"/>
              <a:t> </a:t>
            </a:r>
            <a:r>
              <a:rPr lang="ru-RU" dirty="0" err="1"/>
              <a:t>доставчици</a:t>
            </a:r>
            <a:r>
              <a:rPr lang="ru-RU" dirty="0"/>
              <a:t> и компании не </a:t>
            </a:r>
            <a:r>
              <a:rPr lang="ru-RU" dirty="0" err="1"/>
              <a:t>биха</a:t>
            </a:r>
            <a:r>
              <a:rPr lang="ru-RU" dirty="0"/>
              <a:t> </a:t>
            </a:r>
            <a:r>
              <a:rPr lang="ru-RU" dirty="0" err="1"/>
              <a:t>ти</a:t>
            </a:r>
            <a:r>
              <a:rPr lang="ru-RU" dirty="0"/>
              <a:t> </a:t>
            </a:r>
            <a:r>
              <a:rPr lang="ru-RU" dirty="0" err="1"/>
              <a:t>изискали</a:t>
            </a:r>
            <a:r>
              <a:rPr lang="ru-RU" dirty="0"/>
              <a:t> </a:t>
            </a:r>
            <a:r>
              <a:rPr lang="ru-RU" dirty="0" err="1"/>
              <a:t>лични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по </a:t>
            </a:r>
            <a:r>
              <a:rPr lang="ru-RU" dirty="0" err="1"/>
              <a:t>имейл</a:t>
            </a:r>
            <a:r>
              <a:rPr lang="ru-RU" dirty="0"/>
              <a:t>.</a:t>
            </a:r>
          </a:p>
          <a:p>
            <a:r>
              <a:rPr lang="ru-RU" dirty="0" err="1"/>
              <a:t>Неотложност</a:t>
            </a:r>
            <a:r>
              <a:rPr lang="ru-RU" dirty="0"/>
              <a:t> </a:t>
            </a:r>
            <a:r>
              <a:rPr lang="ru-RU" dirty="0" err="1"/>
              <a:t>като</a:t>
            </a:r>
            <a:r>
              <a:rPr lang="ru-RU" dirty="0"/>
              <a:t> послание в </a:t>
            </a:r>
            <a:r>
              <a:rPr lang="ru-RU" dirty="0" err="1"/>
              <a:t>информацията</a:t>
            </a:r>
            <a:r>
              <a:rPr lang="ru-RU" dirty="0"/>
              <a:t> – </a:t>
            </a:r>
            <a:r>
              <a:rPr lang="ru-RU" dirty="0" err="1"/>
              <a:t>фрази</a:t>
            </a:r>
            <a:r>
              <a:rPr lang="ru-RU" dirty="0"/>
              <a:t> от типа спешно, срочно, на момента или „</a:t>
            </a:r>
            <a:r>
              <a:rPr lang="ru-RU" dirty="0" err="1"/>
              <a:t>изпратете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</a:t>
            </a:r>
            <a:r>
              <a:rPr lang="ru-RU" dirty="0" err="1"/>
              <a:t>поради</a:t>
            </a:r>
            <a:r>
              <a:rPr lang="ru-RU" dirty="0"/>
              <a:t> </a:t>
            </a:r>
            <a:r>
              <a:rPr lang="ru-RU" dirty="0" err="1"/>
              <a:t>срив</a:t>
            </a:r>
            <a:r>
              <a:rPr lang="ru-RU" dirty="0"/>
              <a:t> на </a:t>
            </a:r>
            <a:r>
              <a:rPr lang="ru-RU" dirty="0" err="1"/>
              <a:t>системата</a:t>
            </a:r>
            <a:r>
              <a:rPr lang="ru-RU" dirty="0"/>
              <a:t> или </a:t>
            </a:r>
            <a:r>
              <a:rPr lang="ru-RU" dirty="0" err="1"/>
              <a:t>спешност</a:t>
            </a:r>
            <a:r>
              <a:rPr lang="ru-RU" dirty="0"/>
              <a:t>“ – не </a:t>
            </a:r>
            <a:r>
              <a:rPr lang="ru-RU" dirty="0" err="1"/>
              <a:t>предприемай</a:t>
            </a:r>
            <a:r>
              <a:rPr lang="ru-RU" dirty="0"/>
              <a:t> действие, </a:t>
            </a:r>
            <a:r>
              <a:rPr lang="ru-RU" dirty="0" err="1"/>
              <a:t>ако</a:t>
            </a:r>
            <a:r>
              <a:rPr lang="ru-RU" dirty="0"/>
              <a:t> </a:t>
            </a:r>
            <a:r>
              <a:rPr lang="ru-RU" dirty="0" err="1"/>
              <a:t>получиш</a:t>
            </a:r>
            <a:r>
              <a:rPr lang="ru-RU" dirty="0"/>
              <a:t> </a:t>
            </a:r>
            <a:r>
              <a:rPr lang="ru-RU" dirty="0" err="1"/>
              <a:t>имейл</a:t>
            </a:r>
            <a:r>
              <a:rPr lang="ru-RU" dirty="0"/>
              <a:t> с подобно </a:t>
            </a:r>
            <a:r>
              <a:rPr lang="ru-RU" dirty="0" err="1"/>
              <a:t>съдържание</a:t>
            </a:r>
            <a:r>
              <a:rPr lang="ru-RU" dirty="0"/>
              <a:t> и се </a:t>
            </a:r>
            <a:r>
              <a:rPr lang="ru-RU" dirty="0" err="1"/>
              <a:t>свържи</a:t>
            </a:r>
            <a:r>
              <a:rPr lang="ru-RU" dirty="0"/>
              <a:t> с </a:t>
            </a:r>
            <a:r>
              <a:rPr lang="ru-RU" dirty="0" err="1"/>
              <a:t>източника</a:t>
            </a:r>
            <a:r>
              <a:rPr lang="ru-RU" dirty="0"/>
              <a:t>, за </a:t>
            </a:r>
            <a:r>
              <a:rPr lang="ru-RU" dirty="0" err="1"/>
              <a:t>който</a:t>
            </a:r>
            <a:r>
              <a:rPr lang="ru-RU" dirty="0"/>
              <a:t> се </a:t>
            </a:r>
            <a:r>
              <a:rPr lang="ru-RU" dirty="0" err="1"/>
              <a:t>представя</a:t>
            </a:r>
            <a:r>
              <a:rPr lang="ru-RU" dirty="0"/>
              <a:t> адресата на </a:t>
            </a:r>
            <a:r>
              <a:rPr lang="ru-RU" dirty="0" err="1"/>
              <a:t>имейла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3" name="Заглавие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8. Видове </a:t>
            </a:r>
            <a:r>
              <a:rPr lang="bg-BG" dirty="0" err="1"/>
              <a:t>фишинг</a:t>
            </a:r>
            <a:r>
              <a:rPr lang="bg-BG" dirty="0"/>
              <a:t> измами:</a:t>
            </a:r>
            <a:br>
              <a:rPr lang="bg-BG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678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>
          <a:xfrm>
            <a:off x="872067" y="1828800"/>
            <a:ext cx="7408333" cy="4297363"/>
          </a:xfrm>
        </p:spPr>
        <p:txBody>
          <a:bodyPr>
            <a:normAutofit fontScale="85000" lnSpcReduction="20000"/>
          </a:bodyPr>
          <a:lstStyle/>
          <a:p>
            <a:r>
              <a:rPr lang="ru-RU" dirty="0" err="1"/>
              <a:t>Компрометиране</a:t>
            </a:r>
            <a:r>
              <a:rPr lang="ru-RU" dirty="0"/>
              <a:t> на сметка - от </a:t>
            </a:r>
            <a:r>
              <a:rPr lang="ru-RU" dirty="0" err="1"/>
              <a:t>компроментиран</a:t>
            </a:r>
            <a:r>
              <a:rPr lang="ru-RU" dirty="0"/>
              <a:t> </a:t>
            </a:r>
            <a:r>
              <a:rPr lang="ru-RU" dirty="0" err="1"/>
              <a:t>потребителски</a:t>
            </a:r>
            <a:r>
              <a:rPr lang="ru-RU" dirty="0"/>
              <a:t> </a:t>
            </a:r>
            <a:r>
              <a:rPr lang="ru-RU" dirty="0" err="1"/>
              <a:t>акаунт</a:t>
            </a:r>
            <a:r>
              <a:rPr lang="ru-RU" dirty="0"/>
              <a:t> </a:t>
            </a:r>
            <a:r>
              <a:rPr lang="ru-RU" dirty="0" err="1"/>
              <a:t>изпращане</a:t>
            </a:r>
            <a:r>
              <a:rPr lang="ru-RU" dirty="0"/>
              <a:t> на </a:t>
            </a:r>
            <a:r>
              <a:rPr lang="ru-RU" dirty="0" err="1"/>
              <a:t>писма</a:t>
            </a:r>
            <a:r>
              <a:rPr lang="ru-RU" dirty="0"/>
              <a:t> до </a:t>
            </a:r>
            <a:r>
              <a:rPr lang="ru-RU" dirty="0" err="1"/>
              <a:t>всички</a:t>
            </a:r>
            <a:r>
              <a:rPr lang="ru-RU" dirty="0"/>
              <a:t> </a:t>
            </a:r>
            <a:r>
              <a:rPr lang="ru-RU" dirty="0" err="1"/>
              <a:t>клиенти</a:t>
            </a:r>
            <a:r>
              <a:rPr lang="ru-RU" dirty="0"/>
              <a:t>, </a:t>
            </a:r>
            <a:r>
              <a:rPr lang="ru-RU" dirty="0" err="1"/>
              <a:t>фигуриращи</a:t>
            </a:r>
            <a:r>
              <a:rPr lang="ru-RU" dirty="0"/>
              <a:t> в </a:t>
            </a:r>
            <a:r>
              <a:rPr lang="ru-RU" dirty="0" err="1"/>
              <a:t>адресната</a:t>
            </a:r>
            <a:r>
              <a:rPr lang="ru-RU" dirty="0"/>
              <a:t> книга. </a:t>
            </a:r>
            <a:r>
              <a:rPr lang="ru-RU" dirty="0" err="1"/>
              <a:t>Целта</a:t>
            </a:r>
            <a:r>
              <a:rPr lang="ru-RU" dirty="0"/>
              <a:t> е </a:t>
            </a:r>
            <a:r>
              <a:rPr lang="ru-RU" dirty="0" err="1"/>
              <a:t>изготвяне</a:t>
            </a:r>
            <a:r>
              <a:rPr lang="ru-RU" dirty="0"/>
              <a:t> на </a:t>
            </a:r>
            <a:r>
              <a:rPr lang="ru-RU" dirty="0" err="1"/>
              <a:t>личен</a:t>
            </a:r>
            <a:r>
              <a:rPr lang="ru-RU" dirty="0"/>
              <a:t> </a:t>
            </a:r>
            <a:r>
              <a:rPr lang="ru-RU" dirty="0" err="1"/>
              <a:t>портфейл</a:t>
            </a:r>
            <a:r>
              <a:rPr lang="ru-RU" dirty="0"/>
              <a:t> от </a:t>
            </a:r>
            <a:r>
              <a:rPr lang="ru-RU" dirty="0" err="1"/>
              <a:t>данни</a:t>
            </a:r>
            <a:r>
              <a:rPr lang="ru-RU" dirty="0"/>
              <a:t> на </a:t>
            </a:r>
            <a:r>
              <a:rPr lang="ru-RU" dirty="0" err="1"/>
              <a:t>жертвите</a:t>
            </a:r>
            <a:r>
              <a:rPr lang="ru-RU" dirty="0"/>
              <a:t>. </a:t>
            </a:r>
            <a:r>
              <a:rPr lang="ru-RU" dirty="0" err="1"/>
              <a:t>Тоест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да </a:t>
            </a:r>
            <a:r>
              <a:rPr lang="ru-RU" dirty="0" err="1"/>
              <a:t>получиш</a:t>
            </a:r>
            <a:r>
              <a:rPr lang="ru-RU" dirty="0"/>
              <a:t> </a:t>
            </a:r>
            <a:r>
              <a:rPr lang="ru-RU" dirty="0" err="1"/>
              <a:t>имейл</a:t>
            </a:r>
            <a:r>
              <a:rPr lang="ru-RU" dirty="0"/>
              <a:t> от реален </a:t>
            </a:r>
            <a:r>
              <a:rPr lang="ru-RU" dirty="0" err="1"/>
              <a:t>доставчик</a:t>
            </a:r>
            <a:r>
              <a:rPr lang="ru-RU" dirty="0"/>
              <a:t>, </a:t>
            </a:r>
            <a:r>
              <a:rPr lang="ru-RU" dirty="0" err="1"/>
              <a:t>чийто</a:t>
            </a:r>
            <a:r>
              <a:rPr lang="ru-RU" dirty="0"/>
              <a:t> </a:t>
            </a:r>
            <a:r>
              <a:rPr lang="ru-RU" dirty="0" err="1"/>
              <a:t>акаунт</a:t>
            </a:r>
            <a:r>
              <a:rPr lang="ru-RU" dirty="0"/>
              <a:t> е бил </a:t>
            </a:r>
            <a:r>
              <a:rPr lang="ru-RU" dirty="0" err="1"/>
              <a:t>хакнат</a:t>
            </a:r>
            <a:r>
              <a:rPr lang="ru-RU" dirty="0"/>
              <a:t> с цел </a:t>
            </a:r>
            <a:r>
              <a:rPr lang="ru-RU" dirty="0" err="1"/>
              <a:t>измама</a:t>
            </a:r>
            <a:r>
              <a:rPr lang="ru-RU" dirty="0"/>
              <a:t>. </a:t>
            </a:r>
            <a:r>
              <a:rPr lang="ru-RU" dirty="0" err="1"/>
              <a:t>Отново</a:t>
            </a:r>
            <a:r>
              <a:rPr lang="ru-RU" dirty="0"/>
              <a:t> не </a:t>
            </a:r>
            <a:r>
              <a:rPr lang="ru-RU" dirty="0" err="1"/>
              <a:t>предоставяй</a:t>
            </a:r>
            <a:r>
              <a:rPr lang="ru-RU" dirty="0"/>
              <a:t> </a:t>
            </a:r>
            <a:r>
              <a:rPr lang="ru-RU" dirty="0" err="1"/>
              <a:t>данните</a:t>
            </a:r>
            <a:r>
              <a:rPr lang="ru-RU" dirty="0"/>
              <a:t> си онлайн и се </a:t>
            </a:r>
            <a:r>
              <a:rPr lang="ru-RU" dirty="0" err="1"/>
              <a:t>свържи</a:t>
            </a:r>
            <a:r>
              <a:rPr lang="ru-RU" dirty="0"/>
              <a:t> с </a:t>
            </a:r>
            <a:r>
              <a:rPr lang="ru-RU" dirty="0" err="1"/>
              <a:t>реалния</a:t>
            </a:r>
            <a:r>
              <a:rPr lang="ru-RU" dirty="0"/>
              <a:t> </a:t>
            </a:r>
            <a:r>
              <a:rPr lang="ru-RU" dirty="0" err="1"/>
              <a:t>източник</a:t>
            </a:r>
            <a:r>
              <a:rPr lang="ru-RU" dirty="0"/>
              <a:t> / </a:t>
            </a:r>
            <a:r>
              <a:rPr lang="ru-RU" dirty="0" err="1"/>
              <a:t>доставчик</a:t>
            </a:r>
            <a:r>
              <a:rPr lang="ru-RU" dirty="0"/>
              <a:t> на </a:t>
            </a:r>
            <a:r>
              <a:rPr lang="ru-RU" dirty="0" err="1"/>
              <a:t>услугата</a:t>
            </a:r>
            <a:r>
              <a:rPr lang="ru-RU" dirty="0"/>
              <a:t>.</a:t>
            </a:r>
          </a:p>
          <a:p>
            <a:r>
              <a:rPr lang="ru-RU" dirty="0" err="1"/>
              <a:t>Телефонен</a:t>
            </a:r>
            <a:r>
              <a:rPr lang="ru-RU" dirty="0"/>
              <a:t> </a:t>
            </a:r>
            <a:r>
              <a:rPr lang="ru-RU" dirty="0" err="1"/>
              <a:t>фишинг</a:t>
            </a:r>
            <a:r>
              <a:rPr lang="ru-RU" dirty="0"/>
              <a:t> - </a:t>
            </a:r>
            <a:r>
              <a:rPr lang="ru-RU" dirty="0" err="1"/>
              <a:t>Препращане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отдел за </a:t>
            </a:r>
            <a:r>
              <a:rPr lang="ru-RU" dirty="0" err="1"/>
              <a:t>поддръжка</a:t>
            </a:r>
            <a:r>
              <a:rPr lang="ru-RU" dirty="0"/>
              <a:t>, на </a:t>
            </a:r>
            <a:r>
              <a:rPr lang="ru-RU" dirty="0" err="1"/>
              <a:t>който</a:t>
            </a:r>
            <a:r>
              <a:rPr lang="ru-RU" dirty="0"/>
              <a:t> </a:t>
            </a:r>
            <a:r>
              <a:rPr lang="ru-RU" dirty="0" err="1"/>
              <a:t>потребителят</a:t>
            </a:r>
            <a:r>
              <a:rPr lang="ru-RU" dirty="0"/>
              <a:t>-жертва да се </a:t>
            </a:r>
            <a:r>
              <a:rPr lang="ru-RU" dirty="0" err="1"/>
              <a:t>обади</a:t>
            </a:r>
            <a:r>
              <a:rPr lang="ru-RU" dirty="0"/>
              <a:t>. </a:t>
            </a:r>
            <a:r>
              <a:rPr lang="ru-RU" dirty="0" err="1"/>
              <a:t>Измамникът</a:t>
            </a:r>
            <a:r>
              <a:rPr lang="ru-RU" dirty="0"/>
              <a:t> е от </a:t>
            </a:r>
            <a:r>
              <a:rPr lang="ru-RU" dirty="0" err="1"/>
              <a:t>другата</a:t>
            </a:r>
            <a:r>
              <a:rPr lang="ru-RU" dirty="0"/>
              <a:t> страна на </a:t>
            </a:r>
            <a:r>
              <a:rPr lang="ru-RU" dirty="0" err="1"/>
              <a:t>линията</a:t>
            </a:r>
            <a:r>
              <a:rPr lang="ru-RU" dirty="0"/>
              <a:t> и приема </a:t>
            </a:r>
            <a:r>
              <a:rPr lang="ru-RU" dirty="0" err="1"/>
              <a:t>информацията</a:t>
            </a:r>
            <a:r>
              <a:rPr lang="ru-RU" dirty="0"/>
              <a:t>, </a:t>
            </a:r>
            <a:r>
              <a:rPr lang="ru-RU" dirty="0" err="1"/>
              <a:t>която</a:t>
            </a:r>
            <a:r>
              <a:rPr lang="ru-RU" dirty="0"/>
              <a:t> </a:t>
            </a:r>
            <a:r>
              <a:rPr lang="ru-RU" dirty="0" err="1"/>
              <a:t>получава</a:t>
            </a:r>
            <a:r>
              <a:rPr lang="ru-RU" dirty="0"/>
              <a:t> от </a:t>
            </a:r>
            <a:r>
              <a:rPr lang="ru-RU" dirty="0" err="1"/>
              <a:t>жертвата</a:t>
            </a:r>
            <a:r>
              <a:rPr lang="ru-RU" dirty="0"/>
              <a:t>, </a:t>
            </a:r>
            <a:r>
              <a:rPr lang="ru-RU" dirty="0" err="1"/>
              <a:t>използвайки</a:t>
            </a:r>
            <a:r>
              <a:rPr lang="ru-RU" dirty="0"/>
              <a:t> </a:t>
            </a:r>
            <a:r>
              <a:rPr lang="ru-RU" dirty="0" err="1"/>
              <a:t>различни</a:t>
            </a:r>
            <a:r>
              <a:rPr lang="ru-RU" dirty="0"/>
              <a:t> </a:t>
            </a:r>
            <a:r>
              <a:rPr lang="ru-RU" dirty="0" err="1"/>
              <a:t>мотиви</a:t>
            </a:r>
            <a:r>
              <a:rPr lang="ru-RU" dirty="0"/>
              <a:t>. </a:t>
            </a:r>
            <a:r>
              <a:rPr lang="ru-RU" dirty="0" err="1"/>
              <a:t>Измамникът</a:t>
            </a:r>
            <a:r>
              <a:rPr lang="ru-RU" dirty="0"/>
              <a:t> </a:t>
            </a:r>
            <a:r>
              <a:rPr lang="ru-RU" dirty="0" err="1"/>
              <a:t>често</a:t>
            </a:r>
            <a:r>
              <a:rPr lang="ru-RU" dirty="0"/>
              <a:t> се </a:t>
            </a:r>
            <a:r>
              <a:rPr lang="ru-RU" dirty="0" err="1"/>
              <a:t>представя</a:t>
            </a:r>
            <a:r>
              <a:rPr lang="ru-RU" dirty="0"/>
              <a:t> за </a:t>
            </a:r>
            <a:r>
              <a:rPr lang="ru-RU" dirty="0" err="1"/>
              <a:t>служител</a:t>
            </a:r>
            <a:r>
              <a:rPr lang="ru-RU" dirty="0"/>
              <a:t> на </a:t>
            </a:r>
            <a:r>
              <a:rPr lang="ru-RU" dirty="0" err="1"/>
              <a:t>финансова</a:t>
            </a:r>
            <a:r>
              <a:rPr lang="ru-RU" dirty="0"/>
              <a:t> организация с </a:t>
            </a:r>
            <a:r>
              <a:rPr lang="ru-RU" dirty="0" err="1"/>
              <a:t>атрактивно</a:t>
            </a:r>
            <a:r>
              <a:rPr lang="ru-RU" dirty="0"/>
              <a:t> предложение - </a:t>
            </a:r>
            <a:r>
              <a:rPr lang="ru-RU" dirty="0" err="1"/>
              <a:t>намаляване</a:t>
            </a:r>
            <a:r>
              <a:rPr lang="ru-RU" dirty="0"/>
              <a:t> на </a:t>
            </a:r>
            <a:r>
              <a:rPr lang="ru-RU" dirty="0" err="1"/>
              <a:t>лихвени</a:t>
            </a:r>
            <a:r>
              <a:rPr lang="ru-RU" dirty="0"/>
              <a:t> </a:t>
            </a:r>
            <a:r>
              <a:rPr lang="ru-RU" dirty="0" err="1"/>
              <a:t>проценти</a:t>
            </a:r>
            <a:r>
              <a:rPr lang="ru-RU" dirty="0"/>
              <a:t> или сигнал за грешки в </a:t>
            </a:r>
            <a:r>
              <a:rPr lang="ru-RU" dirty="0" err="1"/>
              <a:t>системата</a:t>
            </a:r>
            <a:r>
              <a:rPr lang="ru-RU" dirty="0"/>
              <a:t>, </a:t>
            </a:r>
            <a:r>
              <a:rPr lang="ru-RU" dirty="0" err="1"/>
              <a:t>необходимост</a:t>
            </a:r>
            <a:r>
              <a:rPr lang="ru-RU" dirty="0"/>
              <a:t> за </a:t>
            </a:r>
            <a:r>
              <a:rPr lang="ru-RU" dirty="0" err="1"/>
              <a:t>възстановяване</a:t>
            </a:r>
            <a:r>
              <a:rPr lang="ru-RU" dirty="0"/>
              <a:t> на </a:t>
            </a:r>
            <a:r>
              <a:rPr lang="ru-RU" dirty="0" err="1"/>
              <a:t>личните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и др. </a:t>
            </a:r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314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>
          <a:xfrm>
            <a:off x="872067" y="1676400"/>
            <a:ext cx="7408333" cy="444976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сценарий е, че </a:t>
            </a:r>
            <a:r>
              <a:rPr lang="ru-RU" dirty="0" err="1"/>
              <a:t>работи</a:t>
            </a:r>
            <a:r>
              <a:rPr lang="ru-RU" dirty="0"/>
              <a:t> в институция, </a:t>
            </a:r>
            <a:r>
              <a:rPr lang="ru-RU" dirty="0" err="1"/>
              <a:t>занимаваща</a:t>
            </a:r>
            <a:r>
              <a:rPr lang="ru-RU" dirty="0"/>
              <a:t> се с </a:t>
            </a:r>
            <a:r>
              <a:rPr lang="ru-RU" dirty="0" err="1"/>
              <a:t>откриването</a:t>
            </a:r>
            <a:r>
              <a:rPr lang="ru-RU" dirty="0"/>
              <a:t> на </a:t>
            </a:r>
            <a:r>
              <a:rPr lang="ru-RU" dirty="0" err="1"/>
              <a:t>измами</a:t>
            </a:r>
            <a:r>
              <a:rPr lang="ru-RU" dirty="0"/>
              <a:t> и е необходимо </a:t>
            </a:r>
            <a:r>
              <a:rPr lang="ru-RU" dirty="0" err="1"/>
              <a:t>съдействие</a:t>
            </a:r>
            <a:r>
              <a:rPr lang="ru-RU" dirty="0"/>
              <a:t> от страна на </a:t>
            </a:r>
            <a:r>
              <a:rPr lang="ru-RU" dirty="0" err="1"/>
              <a:t>жертвата</a:t>
            </a:r>
            <a:r>
              <a:rPr lang="ru-RU" dirty="0"/>
              <a:t>. Не </a:t>
            </a:r>
            <a:r>
              <a:rPr lang="ru-RU" dirty="0" err="1"/>
              <a:t>предоставяй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</a:t>
            </a:r>
            <a:r>
              <a:rPr lang="ru-RU" dirty="0" err="1"/>
              <a:t>преди</a:t>
            </a:r>
            <a:r>
              <a:rPr lang="ru-RU" dirty="0"/>
              <a:t> да се </a:t>
            </a:r>
            <a:r>
              <a:rPr lang="ru-RU" dirty="0" err="1"/>
              <a:t>увериш</a:t>
            </a:r>
            <a:r>
              <a:rPr lang="ru-RU" dirty="0"/>
              <a:t> в </a:t>
            </a:r>
            <a:r>
              <a:rPr lang="ru-RU" dirty="0" err="1"/>
              <a:t>истинността</a:t>
            </a:r>
            <a:r>
              <a:rPr lang="ru-RU" dirty="0"/>
              <a:t> на </a:t>
            </a:r>
            <a:r>
              <a:rPr lang="ru-RU" dirty="0" err="1"/>
              <a:t>обаждането</a:t>
            </a:r>
            <a:r>
              <a:rPr lang="ru-RU" dirty="0"/>
              <a:t>.</a:t>
            </a:r>
          </a:p>
          <a:p>
            <a:r>
              <a:rPr lang="ru-RU" dirty="0"/>
              <a:t>SPEAR PHISHING, т.н. </a:t>
            </a:r>
            <a:r>
              <a:rPr lang="ru-RU" dirty="0" err="1"/>
              <a:t>измама</a:t>
            </a:r>
            <a:r>
              <a:rPr lang="ru-RU" dirty="0"/>
              <a:t> </a:t>
            </a:r>
            <a:r>
              <a:rPr lang="ru-RU" dirty="0" err="1"/>
              <a:t>харпун</a:t>
            </a:r>
            <a:r>
              <a:rPr lang="ru-RU" dirty="0"/>
              <a:t> – </a:t>
            </a:r>
            <a:r>
              <a:rPr lang="ru-RU" dirty="0" err="1"/>
              <a:t>персонализиран</a:t>
            </a:r>
            <a:r>
              <a:rPr lang="ru-RU" dirty="0"/>
              <a:t> </a:t>
            </a:r>
            <a:r>
              <a:rPr lang="ru-RU" dirty="0" err="1"/>
              <a:t>фишинг</a:t>
            </a:r>
            <a:r>
              <a:rPr lang="ru-RU" dirty="0"/>
              <a:t>, в </a:t>
            </a:r>
            <a:r>
              <a:rPr lang="ru-RU" dirty="0" err="1"/>
              <a:t>който</a:t>
            </a:r>
            <a:r>
              <a:rPr lang="ru-RU" dirty="0"/>
              <a:t> се </a:t>
            </a:r>
            <a:r>
              <a:rPr lang="ru-RU" dirty="0" err="1"/>
              <a:t>проследяват</a:t>
            </a:r>
            <a:r>
              <a:rPr lang="ru-RU" dirty="0"/>
              <a:t> </a:t>
            </a:r>
            <a:r>
              <a:rPr lang="ru-RU" dirty="0" err="1"/>
              <a:t>лични</a:t>
            </a:r>
            <a:r>
              <a:rPr lang="ru-RU" dirty="0"/>
              <a:t> </a:t>
            </a:r>
            <a:r>
              <a:rPr lang="ru-RU" dirty="0" err="1"/>
              <a:t>потребителски</a:t>
            </a:r>
            <a:r>
              <a:rPr lang="ru-RU" dirty="0"/>
              <a:t> </a:t>
            </a:r>
            <a:r>
              <a:rPr lang="ru-RU" dirty="0" err="1"/>
              <a:t>акаунти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институции. Тук </a:t>
            </a:r>
            <a:r>
              <a:rPr lang="ru-RU" dirty="0" err="1"/>
              <a:t>прицелването</a:t>
            </a:r>
            <a:r>
              <a:rPr lang="ru-RU" dirty="0"/>
              <a:t> е с точна информация (</a:t>
            </a:r>
            <a:r>
              <a:rPr lang="ru-RU" dirty="0" err="1"/>
              <a:t>затова</a:t>
            </a:r>
            <a:r>
              <a:rPr lang="ru-RU" dirty="0"/>
              <a:t> се </a:t>
            </a:r>
            <a:r>
              <a:rPr lang="ru-RU" dirty="0" err="1"/>
              <a:t>нарича</a:t>
            </a:r>
            <a:r>
              <a:rPr lang="ru-RU" dirty="0"/>
              <a:t> „</a:t>
            </a:r>
            <a:r>
              <a:rPr lang="ru-RU" dirty="0" err="1"/>
              <a:t>харпун</a:t>
            </a:r>
            <a:r>
              <a:rPr lang="ru-RU" dirty="0"/>
              <a:t>“) и </a:t>
            </a:r>
            <a:r>
              <a:rPr lang="ru-RU" dirty="0" err="1"/>
              <a:t>измамите</a:t>
            </a:r>
            <a:r>
              <a:rPr lang="ru-RU" dirty="0"/>
              <a:t> </a:t>
            </a:r>
            <a:r>
              <a:rPr lang="ru-RU" dirty="0" err="1"/>
              <a:t>могат</a:t>
            </a:r>
            <a:r>
              <a:rPr lang="ru-RU" dirty="0"/>
              <a:t> да </a:t>
            </a:r>
            <a:r>
              <a:rPr lang="ru-RU" dirty="0" err="1"/>
              <a:t>бъдат</a:t>
            </a:r>
            <a:r>
              <a:rPr lang="ru-RU" dirty="0"/>
              <a:t> в </a:t>
            </a:r>
            <a:r>
              <a:rPr lang="ru-RU" dirty="0" err="1"/>
              <a:t>големи</a:t>
            </a:r>
            <a:r>
              <a:rPr lang="ru-RU" dirty="0"/>
              <a:t> </a:t>
            </a:r>
            <a:r>
              <a:rPr lang="ru-RU" dirty="0" err="1"/>
              <a:t>размери</a:t>
            </a:r>
            <a:r>
              <a:rPr lang="ru-RU" dirty="0"/>
              <a:t>. </a:t>
            </a:r>
            <a:r>
              <a:rPr lang="ru-RU" dirty="0" err="1"/>
              <a:t>Жертвата</a:t>
            </a:r>
            <a:r>
              <a:rPr lang="ru-RU" dirty="0"/>
              <a:t> и </a:t>
            </a:r>
            <a:r>
              <a:rPr lang="ru-RU" dirty="0" err="1"/>
              <a:t>интеракцията</a:t>
            </a:r>
            <a:r>
              <a:rPr lang="ru-RU" dirty="0"/>
              <a:t> й с </a:t>
            </a:r>
            <a:r>
              <a:rPr lang="ru-RU" dirty="0" err="1"/>
              <a:t>финансови</a:t>
            </a:r>
            <a:r>
              <a:rPr lang="ru-RU" dirty="0"/>
              <a:t> институции или </a:t>
            </a:r>
            <a:r>
              <a:rPr lang="ru-RU" dirty="0" err="1"/>
              <a:t>фирми</a:t>
            </a:r>
            <a:r>
              <a:rPr lang="ru-RU" dirty="0"/>
              <a:t> от бизнеса се </a:t>
            </a:r>
            <a:r>
              <a:rPr lang="ru-RU" dirty="0" err="1"/>
              <a:t>наблюдават</a:t>
            </a:r>
            <a:r>
              <a:rPr lang="ru-RU" dirty="0"/>
              <a:t> </a:t>
            </a:r>
            <a:r>
              <a:rPr lang="ru-RU" dirty="0" err="1"/>
              <a:t>дългосрочно</a:t>
            </a:r>
            <a:r>
              <a:rPr lang="ru-RU" dirty="0"/>
              <a:t>. </a:t>
            </a:r>
            <a:r>
              <a:rPr lang="ru-RU" dirty="0" err="1"/>
              <a:t>Последва</a:t>
            </a:r>
            <a:r>
              <a:rPr lang="ru-RU" dirty="0"/>
              <a:t> </a:t>
            </a:r>
            <a:r>
              <a:rPr lang="ru-RU" dirty="0" err="1"/>
              <a:t>фалшив</a:t>
            </a:r>
            <a:r>
              <a:rPr lang="ru-RU" dirty="0"/>
              <a:t> контакт от </a:t>
            </a:r>
            <a:r>
              <a:rPr lang="ru-RU" dirty="0" err="1"/>
              <a:t>името</a:t>
            </a:r>
            <a:r>
              <a:rPr lang="ru-RU" dirty="0"/>
              <a:t> на </a:t>
            </a:r>
            <a:r>
              <a:rPr lang="ru-RU" dirty="0" err="1"/>
              <a:t>институцията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проследените</a:t>
            </a:r>
            <a:r>
              <a:rPr lang="ru-RU" dirty="0"/>
              <a:t> </a:t>
            </a:r>
            <a:r>
              <a:rPr lang="ru-RU" dirty="0" err="1"/>
              <a:t>клиенти</a:t>
            </a:r>
            <a:r>
              <a:rPr lang="ru-RU" dirty="0"/>
              <a:t> с цел </a:t>
            </a:r>
            <a:r>
              <a:rPr lang="ru-RU" dirty="0" err="1"/>
              <a:t>пренасочване</a:t>
            </a:r>
            <a:r>
              <a:rPr lang="ru-RU" dirty="0"/>
              <a:t> на </a:t>
            </a:r>
            <a:r>
              <a:rPr lang="ru-RU" dirty="0" err="1"/>
              <a:t>плащанията</a:t>
            </a:r>
            <a:r>
              <a:rPr lang="ru-RU" dirty="0"/>
              <a:t>, </a:t>
            </a:r>
            <a:r>
              <a:rPr lang="ru-RU" dirty="0" err="1"/>
              <a:t>оформяне</a:t>
            </a:r>
            <a:r>
              <a:rPr lang="ru-RU" dirty="0"/>
              <a:t> на сделки на </a:t>
            </a:r>
            <a:r>
              <a:rPr lang="ru-RU" dirty="0" err="1"/>
              <a:t>фалшиви</a:t>
            </a:r>
            <a:r>
              <a:rPr lang="ru-RU" dirty="0"/>
              <a:t> </a:t>
            </a:r>
            <a:r>
              <a:rPr lang="ru-RU" dirty="0" err="1"/>
              <a:t>банкови</a:t>
            </a:r>
            <a:r>
              <a:rPr lang="ru-RU" dirty="0"/>
              <a:t> сметки и </a:t>
            </a:r>
            <a:r>
              <a:rPr lang="ru-RU" dirty="0" err="1"/>
              <a:t>източване</a:t>
            </a:r>
            <a:r>
              <a:rPr lang="ru-RU" dirty="0"/>
              <a:t> на </a:t>
            </a:r>
            <a:r>
              <a:rPr lang="ru-RU" dirty="0" err="1"/>
              <a:t>финансови</a:t>
            </a:r>
            <a:r>
              <a:rPr lang="ru-RU" dirty="0"/>
              <a:t> средства. </a:t>
            </a:r>
            <a:r>
              <a:rPr lang="ru-RU" dirty="0" err="1"/>
              <a:t>Увери</a:t>
            </a:r>
            <a:r>
              <a:rPr lang="ru-RU" dirty="0"/>
              <a:t> се, че </a:t>
            </a:r>
            <a:r>
              <a:rPr lang="ru-RU" dirty="0" err="1"/>
              <a:t>водиш</a:t>
            </a:r>
            <a:r>
              <a:rPr lang="ru-RU" dirty="0"/>
              <a:t> </a:t>
            </a:r>
            <a:r>
              <a:rPr lang="ru-RU" dirty="0" err="1"/>
              <a:t>комуникация</a:t>
            </a:r>
            <a:r>
              <a:rPr lang="ru-RU" dirty="0"/>
              <a:t> с </a:t>
            </a:r>
            <a:r>
              <a:rPr lang="ru-RU" dirty="0" err="1"/>
              <a:t>реални</a:t>
            </a:r>
            <a:r>
              <a:rPr lang="ru-RU" dirty="0"/>
              <a:t> представители на </a:t>
            </a:r>
            <a:r>
              <a:rPr lang="ru-RU" dirty="0" err="1"/>
              <a:t>действителната</a:t>
            </a:r>
            <a:r>
              <a:rPr lang="ru-RU" dirty="0"/>
              <a:t> институция.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792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>
          <a:xfrm>
            <a:off x="872067" y="2286000"/>
            <a:ext cx="7408333" cy="3840163"/>
          </a:xfrm>
        </p:spPr>
        <p:txBody>
          <a:bodyPr>
            <a:normAutofit fontScale="85000" lnSpcReduction="20000"/>
          </a:bodyPr>
          <a:lstStyle/>
          <a:p>
            <a:r>
              <a:rPr lang="ru-RU" dirty="0" err="1"/>
              <a:t>Предпазливо</a:t>
            </a:r>
            <a:r>
              <a:rPr lang="ru-RU" dirty="0"/>
              <a:t> поведение в онлайн </a:t>
            </a:r>
            <a:r>
              <a:rPr lang="ru-RU" dirty="0" err="1"/>
              <a:t>комуникацията</a:t>
            </a:r>
            <a:r>
              <a:rPr lang="ru-RU" dirty="0"/>
              <a:t>:</a:t>
            </a:r>
          </a:p>
          <a:p>
            <a:endParaRPr lang="ru-RU" dirty="0"/>
          </a:p>
          <a:p>
            <a:r>
              <a:rPr lang="ru-RU" dirty="0"/>
              <a:t>При </a:t>
            </a:r>
            <a:r>
              <a:rPr lang="ru-RU" dirty="0" err="1"/>
              <a:t>поискване</a:t>
            </a:r>
            <a:r>
              <a:rPr lang="ru-RU" dirty="0"/>
              <a:t> и </a:t>
            </a:r>
            <a:r>
              <a:rPr lang="ru-RU" dirty="0" err="1"/>
              <a:t>предоставяне</a:t>
            </a:r>
            <a:r>
              <a:rPr lang="ru-RU" dirty="0"/>
              <a:t> на </a:t>
            </a:r>
            <a:r>
              <a:rPr lang="ru-RU" dirty="0" err="1"/>
              <a:t>лични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- при </a:t>
            </a:r>
            <a:r>
              <a:rPr lang="ru-RU" dirty="0" err="1"/>
              <a:t>получаване</a:t>
            </a:r>
            <a:r>
              <a:rPr lang="ru-RU" dirty="0"/>
              <a:t> на </a:t>
            </a:r>
            <a:r>
              <a:rPr lang="ru-RU" dirty="0" err="1"/>
              <a:t>поща</a:t>
            </a:r>
            <a:r>
              <a:rPr lang="ru-RU" dirty="0"/>
              <a:t> с </a:t>
            </a:r>
            <a:r>
              <a:rPr lang="ru-RU" dirty="0" err="1"/>
              <a:t>изискването</a:t>
            </a:r>
            <a:r>
              <a:rPr lang="ru-RU" dirty="0"/>
              <a:t> за </a:t>
            </a:r>
            <a:r>
              <a:rPr lang="ru-RU" dirty="0" err="1"/>
              <a:t>потвърждаване</a:t>
            </a:r>
            <a:r>
              <a:rPr lang="ru-RU" dirty="0"/>
              <a:t> на </a:t>
            </a:r>
            <a:r>
              <a:rPr lang="ru-RU" dirty="0" err="1"/>
              <a:t>лични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</a:t>
            </a:r>
            <a:r>
              <a:rPr lang="ru-RU" dirty="0" err="1"/>
              <a:t>като</a:t>
            </a:r>
            <a:r>
              <a:rPr lang="ru-RU" dirty="0"/>
              <a:t> </a:t>
            </a:r>
            <a:r>
              <a:rPr lang="ru-RU" dirty="0" err="1"/>
              <a:t>потребителски</a:t>
            </a:r>
            <a:r>
              <a:rPr lang="ru-RU" dirty="0"/>
              <a:t> имена и пароли, е необходимо </a:t>
            </a:r>
            <a:r>
              <a:rPr lang="ru-RU" dirty="0" err="1"/>
              <a:t>особено</a:t>
            </a:r>
            <a:r>
              <a:rPr lang="ru-RU" dirty="0"/>
              <a:t> внимание и </a:t>
            </a:r>
            <a:r>
              <a:rPr lang="ru-RU" dirty="0" err="1"/>
              <a:t>свързване</a:t>
            </a:r>
            <a:r>
              <a:rPr lang="ru-RU" dirty="0"/>
              <a:t> с </a:t>
            </a:r>
            <a:r>
              <a:rPr lang="ru-RU" dirty="0" err="1"/>
              <a:t>реалната</a:t>
            </a:r>
            <a:r>
              <a:rPr lang="ru-RU" dirty="0"/>
              <a:t> институция, адресат на </a:t>
            </a:r>
            <a:r>
              <a:rPr lang="ru-RU" dirty="0" err="1"/>
              <a:t>имейла</a:t>
            </a:r>
            <a:r>
              <a:rPr lang="ru-RU" dirty="0"/>
              <a:t>.</a:t>
            </a:r>
          </a:p>
          <a:p>
            <a:r>
              <a:rPr lang="ru-RU" dirty="0" err="1"/>
              <a:t>Ако</a:t>
            </a:r>
            <a:r>
              <a:rPr lang="ru-RU" dirty="0"/>
              <a:t> </a:t>
            </a:r>
            <a:r>
              <a:rPr lang="ru-RU" dirty="0" err="1"/>
              <a:t>съобщението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теб</a:t>
            </a:r>
            <a:r>
              <a:rPr lang="ru-RU" dirty="0"/>
              <a:t> е от подозрителен </a:t>
            </a:r>
            <a:r>
              <a:rPr lang="ru-RU" dirty="0" err="1"/>
              <a:t>източник</a:t>
            </a:r>
            <a:r>
              <a:rPr lang="ru-RU" dirty="0"/>
              <a:t>, </a:t>
            </a:r>
            <a:r>
              <a:rPr lang="ru-RU" dirty="0" err="1"/>
              <a:t>понякога</a:t>
            </a:r>
            <a:r>
              <a:rPr lang="ru-RU" dirty="0"/>
              <a:t> </a:t>
            </a:r>
            <a:r>
              <a:rPr lang="ru-RU" dirty="0" err="1"/>
              <a:t>имитиращ</a:t>
            </a:r>
            <a:r>
              <a:rPr lang="ru-RU" dirty="0"/>
              <a:t> </a:t>
            </a:r>
            <a:r>
              <a:rPr lang="ru-RU" dirty="0" err="1"/>
              <a:t>реалния</a:t>
            </a:r>
            <a:r>
              <a:rPr lang="ru-RU" dirty="0"/>
              <a:t>, и </a:t>
            </a:r>
            <a:r>
              <a:rPr lang="ru-RU" dirty="0" err="1"/>
              <a:t>съдържа</a:t>
            </a:r>
            <a:r>
              <a:rPr lang="ru-RU" dirty="0"/>
              <a:t> </a:t>
            </a:r>
            <a:r>
              <a:rPr lang="ru-RU" dirty="0" err="1"/>
              <a:t>насочващ</a:t>
            </a:r>
            <a:r>
              <a:rPr lang="ru-RU" dirty="0"/>
              <a:t> </a:t>
            </a:r>
            <a:r>
              <a:rPr lang="ru-RU" dirty="0" err="1"/>
              <a:t>линк</a:t>
            </a:r>
            <a:r>
              <a:rPr lang="ru-RU" dirty="0"/>
              <a:t>, не </a:t>
            </a:r>
            <a:r>
              <a:rPr lang="ru-RU" dirty="0" err="1"/>
              <a:t>рискувай</a:t>
            </a:r>
            <a:r>
              <a:rPr lang="ru-RU" dirty="0"/>
              <a:t> да </a:t>
            </a:r>
            <a:r>
              <a:rPr lang="ru-RU" dirty="0" err="1"/>
              <a:t>кликнеш</a:t>
            </a:r>
            <a:r>
              <a:rPr lang="ru-RU" dirty="0"/>
              <a:t>.</a:t>
            </a:r>
          </a:p>
          <a:p>
            <a:r>
              <a:rPr lang="ru-RU" dirty="0" err="1"/>
              <a:t>Обръщай</a:t>
            </a:r>
            <a:r>
              <a:rPr lang="ru-RU" dirty="0"/>
              <a:t> внимание дали URL </a:t>
            </a:r>
            <a:r>
              <a:rPr lang="ru-RU" dirty="0" err="1"/>
              <a:t>адресът</a:t>
            </a:r>
            <a:r>
              <a:rPr lang="ru-RU" dirty="0"/>
              <a:t> е </a:t>
            </a:r>
            <a:r>
              <a:rPr lang="ru-RU" dirty="0" err="1"/>
              <a:t>защитен</a:t>
            </a:r>
            <a:r>
              <a:rPr lang="ru-RU" dirty="0"/>
              <a:t> – </a:t>
            </a:r>
            <a:r>
              <a:rPr lang="ru-RU" dirty="0" err="1"/>
              <a:t>защитената</a:t>
            </a:r>
            <a:r>
              <a:rPr lang="ru-RU" dirty="0"/>
              <a:t> страница </a:t>
            </a:r>
            <a:r>
              <a:rPr lang="ru-RU" dirty="0" err="1"/>
              <a:t>започва</a:t>
            </a:r>
            <a:r>
              <a:rPr lang="ru-RU" dirty="0"/>
              <a:t> с https://......  вместо    http://…….</a:t>
            </a:r>
          </a:p>
          <a:p>
            <a:endParaRPr lang="en-US" dirty="0"/>
          </a:p>
        </p:txBody>
      </p:sp>
      <p:sp>
        <p:nvSpPr>
          <p:cNvPr id="3" name="Заглавие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56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съдържание 1"/>
          <p:cNvSpPr>
            <a:spLocks noGrp="1"/>
          </p:cNvSpPr>
          <p:nvPr>
            <p:ph idx="1"/>
          </p:nvPr>
        </p:nvSpPr>
        <p:spPr>
          <a:xfrm>
            <a:off x="914400" y="1905000"/>
            <a:ext cx="7408333" cy="4449763"/>
          </a:xfrm>
        </p:spPr>
        <p:txBody>
          <a:bodyPr>
            <a:normAutofit fontScale="85000" lnSpcReduction="20000"/>
          </a:bodyPr>
          <a:lstStyle/>
          <a:p>
            <a:r>
              <a:rPr lang="ru-RU" dirty="0" err="1"/>
              <a:t>Обръщай</a:t>
            </a:r>
            <a:r>
              <a:rPr lang="ru-RU" dirty="0"/>
              <a:t> внимание </a:t>
            </a:r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имейлите</a:t>
            </a:r>
            <a:r>
              <a:rPr lang="ru-RU" dirty="0"/>
              <a:t> </a:t>
            </a:r>
            <a:r>
              <a:rPr lang="ru-RU" dirty="0" err="1"/>
              <a:t>съдържат</a:t>
            </a:r>
            <a:r>
              <a:rPr lang="ru-RU" dirty="0"/>
              <a:t> грешки – </a:t>
            </a:r>
            <a:r>
              <a:rPr lang="ru-RU" dirty="0" err="1"/>
              <a:t>престъпниците</a:t>
            </a:r>
            <a:r>
              <a:rPr lang="ru-RU" dirty="0"/>
              <a:t> </a:t>
            </a:r>
            <a:r>
              <a:rPr lang="ru-RU" dirty="0" err="1"/>
              <a:t>често</a:t>
            </a:r>
            <a:r>
              <a:rPr lang="ru-RU" dirty="0"/>
              <a:t> </a:t>
            </a:r>
            <a:r>
              <a:rPr lang="ru-RU" dirty="0" err="1"/>
              <a:t>използват</a:t>
            </a:r>
            <a:r>
              <a:rPr lang="ru-RU" dirty="0"/>
              <a:t> онлайн </a:t>
            </a:r>
            <a:r>
              <a:rPr lang="ru-RU" dirty="0" err="1"/>
              <a:t>преводачи</a:t>
            </a:r>
            <a:r>
              <a:rPr lang="ru-RU" dirty="0"/>
              <a:t> в </a:t>
            </a:r>
            <a:r>
              <a:rPr lang="ru-RU" dirty="0" err="1"/>
              <a:t>опитите</a:t>
            </a:r>
            <a:r>
              <a:rPr lang="ru-RU" dirty="0"/>
              <a:t> си да </a:t>
            </a:r>
            <a:r>
              <a:rPr lang="ru-RU" dirty="0" err="1"/>
              <a:t>измамят</a:t>
            </a:r>
            <a:r>
              <a:rPr lang="ru-RU" dirty="0"/>
              <a:t> </a:t>
            </a:r>
            <a:r>
              <a:rPr lang="ru-RU" dirty="0" err="1"/>
              <a:t>жертви</a:t>
            </a:r>
            <a:r>
              <a:rPr lang="ru-RU" dirty="0"/>
              <a:t> от </a:t>
            </a:r>
            <a:r>
              <a:rPr lang="ru-RU" dirty="0" err="1"/>
              <a:t>различни</a:t>
            </a:r>
            <a:r>
              <a:rPr lang="ru-RU" dirty="0"/>
              <a:t> </a:t>
            </a:r>
            <a:r>
              <a:rPr lang="ru-RU" dirty="0" err="1"/>
              <a:t>националности</a:t>
            </a:r>
            <a:r>
              <a:rPr lang="ru-RU" dirty="0"/>
              <a:t>.</a:t>
            </a:r>
          </a:p>
          <a:p>
            <a:r>
              <a:rPr lang="ru-RU" dirty="0" err="1"/>
              <a:t>Подхождайте</a:t>
            </a:r>
            <a:r>
              <a:rPr lang="ru-RU" dirty="0"/>
              <a:t> с </a:t>
            </a:r>
            <a:r>
              <a:rPr lang="ru-RU" dirty="0" err="1"/>
              <a:t>особено</a:t>
            </a:r>
            <a:r>
              <a:rPr lang="ru-RU" dirty="0"/>
              <a:t> внимание </a:t>
            </a:r>
            <a:r>
              <a:rPr lang="ru-RU" dirty="0" err="1"/>
              <a:t>към</a:t>
            </a:r>
            <a:r>
              <a:rPr lang="ru-RU" dirty="0"/>
              <a:t> СПАМ </a:t>
            </a:r>
            <a:r>
              <a:rPr lang="ru-RU" dirty="0" err="1"/>
              <a:t>съобщенията</a:t>
            </a:r>
            <a:r>
              <a:rPr lang="ru-RU" dirty="0"/>
              <a:t> – за </a:t>
            </a:r>
            <a:r>
              <a:rPr lang="ru-RU" dirty="0" err="1"/>
              <a:t>целта</a:t>
            </a:r>
            <a:r>
              <a:rPr lang="ru-RU" dirty="0"/>
              <a:t> си </a:t>
            </a:r>
            <a:r>
              <a:rPr lang="ru-RU" dirty="0" err="1"/>
              <a:t>инсталирай</a:t>
            </a:r>
            <a:r>
              <a:rPr lang="ru-RU" dirty="0"/>
              <a:t> спам </a:t>
            </a:r>
            <a:r>
              <a:rPr lang="ru-RU" dirty="0" err="1"/>
              <a:t>филтри</a:t>
            </a:r>
            <a:r>
              <a:rPr lang="ru-RU" dirty="0"/>
              <a:t>.</a:t>
            </a:r>
          </a:p>
          <a:p>
            <a:r>
              <a:rPr lang="ru-RU" dirty="0" err="1"/>
              <a:t>Използвай</a:t>
            </a:r>
            <a:r>
              <a:rPr lang="ru-RU" dirty="0"/>
              <a:t> </a:t>
            </a:r>
            <a:r>
              <a:rPr lang="ru-RU" dirty="0" err="1"/>
              <a:t>еднократни</a:t>
            </a:r>
            <a:r>
              <a:rPr lang="ru-RU" dirty="0"/>
              <a:t> пароли.</a:t>
            </a:r>
          </a:p>
          <a:p>
            <a:r>
              <a:rPr lang="ru-RU" dirty="0"/>
              <a:t>При </a:t>
            </a:r>
            <a:r>
              <a:rPr lang="ru-RU" dirty="0" err="1"/>
              <a:t>попълване</a:t>
            </a:r>
            <a:r>
              <a:rPr lang="ru-RU" dirty="0"/>
              <a:t> на </a:t>
            </a:r>
            <a:r>
              <a:rPr lang="ru-RU" dirty="0" err="1"/>
              <a:t>регистрационна</a:t>
            </a:r>
            <a:r>
              <a:rPr lang="ru-RU" dirty="0"/>
              <a:t> форма в </a:t>
            </a:r>
            <a:r>
              <a:rPr lang="ru-RU" dirty="0" err="1"/>
              <a:t>официални</a:t>
            </a:r>
            <a:r>
              <a:rPr lang="ru-RU" dirty="0"/>
              <a:t> </a:t>
            </a:r>
            <a:r>
              <a:rPr lang="ru-RU" dirty="0" err="1"/>
              <a:t>страници</a:t>
            </a:r>
            <a:r>
              <a:rPr lang="ru-RU" dirty="0"/>
              <a:t> в интернет </a:t>
            </a:r>
            <a:r>
              <a:rPr lang="ru-RU" dirty="0" err="1"/>
              <a:t>ползвай</a:t>
            </a:r>
            <a:r>
              <a:rPr lang="ru-RU" dirty="0"/>
              <a:t> </a:t>
            </a:r>
            <a:r>
              <a:rPr lang="ru-RU" dirty="0" err="1"/>
              <a:t>виртуална</a:t>
            </a:r>
            <a:r>
              <a:rPr lang="ru-RU" dirty="0"/>
              <a:t> клавиатура.</a:t>
            </a:r>
          </a:p>
          <a:p>
            <a:endParaRPr lang="ru-RU" dirty="0"/>
          </a:p>
          <a:p>
            <a:r>
              <a:rPr lang="ru-RU" dirty="0" err="1"/>
              <a:t>Спазването</a:t>
            </a:r>
            <a:r>
              <a:rPr lang="ru-RU" dirty="0"/>
              <a:t> на </a:t>
            </a:r>
            <a:r>
              <a:rPr lang="ru-RU" dirty="0" err="1"/>
              <a:t>всички</a:t>
            </a:r>
            <a:r>
              <a:rPr lang="ru-RU" dirty="0"/>
              <a:t> </a:t>
            </a:r>
            <a:r>
              <a:rPr lang="ru-RU" dirty="0" err="1"/>
              <a:t>тези</a:t>
            </a:r>
            <a:r>
              <a:rPr lang="ru-RU" dirty="0"/>
              <a:t> </a:t>
            </a:r>
            <a:r>
              <a:rPr lang="ru-RU" dirty="0" err="1"/>
              <a:t>съвети</a:t>
            </a:r>
            <a:r>
              <a:rPr lang="ru-RU" dirty="0"/>
              <a:t> </a:t>
            </a:r>
            <a:r>
              <a:rPr lang="ru-RU" dirty="0" err="1"/>
              <a:t>ти</a:t>
            </a:r>
            <a:r>
              <a:rPr lang="ru-RU" dirty="0"/>
              <a:t> </a:t>
            </a:r>
            <a:r>
              <a:rPr lang="ru-RU" dirty="0" err="1"/>
              <a:t>гарантира</a:t>
            </a:r>
            <a:r>
              <a:rPr lang="ru-RU" dirty="0"/>
              <a:t> </a:t>
            </a:r>
            <a:r>
              <a:rPr lang="ru-RU" dirty="0" err="1"/>
              <a:t>сигурност</a:t>
            </a:r>
            <a:r>
              <a:rPr lang="ru-RU" dirty="0"/>
              <a:t> на </a:t>
            </a:r>
            <a:r>
              <a:rPr lang="ru-RU" dirty="0" err="1"/>
              <a:t>личните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и средства.</a:t>
            </a:r>
          </a:p>
          <a:p>
            <a:r>
              <a:rPr lang="ru-RU" dirty="0" err="1"/>
              <a:t>Бъди</a:t>
            </a:r>
            <a:r>
              <a:rPr lang="ru-RU" dirty="0"/>
              <a:t> </a:t>
            </a:r>
            <a:r>
              <a:rPr lang="ru-RU" dirty="0" err="1"/>
              <a:t>предпазлив</a:t>
            </a:r>
            <a:r>
              <a:rPr lang="ru-RU" dirty="0"/>
              <a:t>, </a:t>
            </a:r>
            <a:r>
              <a:rPr lang="ru-RU" dirty="0" err="1"/>
              <a:t>защото</a:t>
            </a:r>
            <a:r>
              <a:rPr lang="ru-RU" dirty="0"/>
              <a:t> </a:t>
            </a:r>
            <a:r>
              <a:rPr lang="ru-RU" dirty="0" err="1"/>
              <a:t>риболовците</a:t>
            </a:r>
            <a:r>
              <a:rPr lang="ru-RU" dirty="0"/>
              <a:t> на </a:t>
            </a:r>
            <a:r>
              <a:rPr lang="ru-RU" dirty="0" err="1"/>
              <a:t>данни</a:t>
            </a:r>
            <a:r>
              <a:rPr lang="ru-RU" dirty="0"/>
              <a:t>, </a:t>
            </a:r>
            <a:r>
              <a:rPr lang="ru-RU" dirty="0" err="1"/>
              <a:t>т.нар</a:t>
            </a:r>
            <a:r>
              <a:rPr lang="ru-RU" dirty="0"/>
              <a:t>. </a:t>
            </a:r>
            <a:r>
              <a:rPr lang="ru-RU" dirty="0" err="1"/>
              <a:t>фишинг</a:t>
            </a:r>
            <a:r>
              <a:rPr lang="ru-RU" dirty="0"/>
              <a:t> </a:t>
            </a:r>
            <a:r>
              <a:rPr lang="ru-RU" dirty="0" err="1"/>
              <a:t>измамници</a:t>
            </a:r>
            <a:r>
              <a:rPr lang="ru-RU" dirty="0"/>
              <a:t>, не спят и </a:t>
            </a:r>
            <a:r>
              <a:rPr lang="ru-RU" dirty="0" err="1"/>
              <a:t>сърфират</a:t>
            </a:r>
            <a:r>
              <a:rPr lang="ru-RU" dirty="0"/>
              <a:t> </a:t>
            </a:r>
            <a:r>
              <a:rPr lang="ru-RU" dirty="0" err="1"/>
              <a:t>денонощно</a:t>
            </a:r>
            <a:r>
              <a:rPr lang="ru-RU" dirty="0"/>
              <a:t> в онлайн </a:t>
            </a:r>
            <a:r>
              <a:rPr lang="ru-RU" dirty="0" err="1"/>
              <a:t>пространството</a:t>
            </a:r>
            <a:r>
              <a:rPr lang="ru-RU" dirty="0"/>
              <a:t> в опит да уловят </a:t>
            </a:r>
            <a:r>
              <a:rPr lang="ru-RU" dirty="0" err="1"/>
              <a:t>поредните</a:t>
            </a:r>
            <a:r>
              <a:rPr lang="ru-RU" dirty="0"/>
              <a:t> </a:t>
            </a:r>
            <a:r>
              <a:rPr lang="ru-RU" dirty="0" err="1"/>
              <a:t>жертви</a:t>
            </a:r>
            <a:r>
              <a:rPr lang="ru-RU" dirty="0"/>
              <a:t> на </a:t>
            </a:r>
            <a:r>
              <a:rPr lang="ru-RU" dirty="0" err="1"/>
              <a:t>своите</a:t>
            </a:r>
            <a:r>
              <a:rPr lang="ru-RU" dirty="0"/>
              <a:t> </a:t>
            </a:r>
            <a:r>
              <a:rPr lang="ru-RU" dirty="0" err="1"/>
              <a:t>престъпни</a:t>
            </a:r>
            <a:r>
              <a:rPr lang="ru-RU" dirty="0"/>
              <a:t> действия. </a:t>
            </a:r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903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ълна">
  <a:themeElements>
    <a:clrScheme name="Въ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ъ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ъ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52</TotalTime>
  <Words>1464</Words>
  <Application>Microsoft Office PowerPoint</Application>
  <PresentationFormat>Презентация на цял екран (4:3)</PresentationFormat>
  <Paragraphs>80</Paragraphs>
  <Slides>19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19</vt:i4>
      </vt:variant>
    </vt:vector>
  </HeadingPairs>
  <TitlesOfParts>
    <vt:vector size="20" baseType="lpstr">
      <vt:lpstr>Вълна</vt:lpstr>
      <vt:lpstr>Обработка на  информация и комуникация</vt:lpstr>
      <vt:lpstr>1. Начини за разпространение на информацията </vt:lpstr>
      <vt:lpstr>1. Начини за разпространение на информацията </vt:lpstr>
      <vt:lpstr>2. Достоверност на информацията</vt:lpstr>
      <vt:lpstr>2. Достоверност на информацията</vt:lpstr>
      <vt:lpstr>3. Заплахи и предизвикателства в интернет </vt:lpstr>
      <vt:lpstr>4. Правила за работа в интернет:</vt:lpstr>
      <vt:lpstr>Презентация на PowerPoint</vt:lpstr>
      <vt:lpstr>5. Спам  </vt:lpstr>
      <vt:lpstr>5. Спам  </vt:lpstr>
      <vt:lpstr>6. Как да се предпазим от Спам?</vt:lpstr>
      <vt:lpstr>Презентация на PowerPoint</vt:lpstr>
      <vt:lpstr>7. Фишинг </vt:lpstr>
      <vt:lpstr>8. Видове фишинг измами: </vt:lpstr>
      <vt:lpstr>8. Видове фишинг измами: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Обработка на  информация и комуникация</dc:title>
  <dc:creator>su</dc:creator>
  <cp:lastModifiedBy>su</cp:lastModifiedBy>
  <cp:revision>9</cp:revision>
  <dcterms:created xsi:type="dcterms:W3CDTF">2026-06-09T05:16:05Z</dcterms:created>
  <dcterms:modified xsi:type="dcterms:W3CDTF">2026-06-09T06:08:26Z</dcterms:modified>
</cp:coreProperties>
</file>