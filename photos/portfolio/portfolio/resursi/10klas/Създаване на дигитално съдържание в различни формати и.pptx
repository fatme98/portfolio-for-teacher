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2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smtClean="0"/>
              <a:t>Щракнете за редакция стил подзагл. обр.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1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65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40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6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5" name="Текстов контейне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7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71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88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32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8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6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 smtClean="0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 smtClean="0"/>
              <a:t>Щракнете, за да редактирате стиловете на текста в образеца</a:t>
            </a:r>
          </a:p>
          <a:p>
            <a:pPr lvl="1"/>
            <a:r>
              <a:rPr lang="bg-BG" smtClean="0"/>
              <a:t>Второ ниво</a:t>
            </a:r>
          </a:p>
          <a:p>
            <a:pPr lvl="2"/>
            <a:r>
              <a:rPr lang="bg-BG" smtClean="0"/>
              <a:t>Трето ниво</a:t>
            </a:r>
          </a:p>
          <a:p>
            <a:pPr lvl="3"/>
            <a:r>
              <a:rPr lang="bg-BG" smtClean="0"/>
              <a:t>Четвърто ниво</a:t>
            </a:r>
          </a:p>
          <a:p>
            <a:pPr lvl="4"/>
            <a:r>
              <a:rPr lang="bg-BG" smtClean="0"/>
              <a:t>Пето ниво</a:t>
            </a:r>
            <a:endParaRPr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DE26E-C75E-4FA0-AC3F-482E623E0EF9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1948F-2BF5-414D-A2AC-41835006C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12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609600" y="838200"/>
            <a:ext cx="7772400" cy="2822575"/>
          </a:xfrm>
        </p:spPr>
        <p:txBody>
          <a:bodyPr>
            <a:normAutofit/>
          </a:bodyPr>
          <a:lstStyle/>
          <a:p>
            <a:r>
              <a:rPr lang="bg-BG" i="1" dirty="0" smtClean="0"/>
              <a:t>Създаване на дигитално съдържание в различни формати и с използване на </a:t>
            </a:r>
            <a:r>
              <a:rPr lang="bg-BG" i="1" dirty="0" smtClean="0"/>
              <a:t>технологични</a:t>
            </a:r>
            <a:r>
              <a:rPr lang="en-US" i="1" smtClean="0"/>
              <a:t> </a:t>
            </a:r>
            <a:r>
              <a:rPr lang="bg-BG" i="1" smtClean="0"/>
              <a:t>средства</a:t>
            </a:r>
            <a:endParaRPr lang="en-US" i="1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2775857" y="4495800"/>
            <a:ext cx="6400800" cy="1752600"/>
          </a:xfrm>
        </p:spPr>
        <p:txBody>
          <a:bodyPr/>
          <a:lstStyle/>
          <a:p>
            <a:r>
              <a:rPr lang="bg-BG" b="1" dirty="0" smtClean="0"/>
              <a:t>10 клас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110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1.	</a:t>
            </a:r>
            <a:r>
              <a:rPr lang="bg-BG" b="1" dirty="0" smtClean="0"/>
              <a:t>Циркулярни писма </a:t>
            </a:r>
            <a:endParaRPr lang="en-US" b="1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b="1" dirty="0" smtClean="0"/>
              <a:t>А) </a:t>
            </a:r>
            <a:r>
              <a:rPr lang="bg-BG" sz="3400" b="1" i="1" dirty="0" smtClean="0"/>
              <a:t>Същност</a:t>
            </a:r>
            <a:r>
              <a:rPr lang="bg-BG" sz="2400" b="1" i="1" dirty="0" smtClean="0"/>
              <a:t> - </a:t>
            </a:r>
            <a:r>
              <a:rPr lang="bg-BG" sz="3400" i="1" dirty="0" smtClean="0"/>
              <a:t>циркулярните </a:t>
            </a:r>
            <a:r>
              <a:rPr lang="bg-BG" sz="3400" i="1" dirty="0"/>
              <a:t>писма </a:t>
            </a:r>
            <a:r>
              <a:rPr lang="bg-BG" sz="3400" i="1" dirty="0" smtClean="0"/>
              <a:t>са </a:t>
            </a:r>
            <a:r>
              <a:rPr lang="bg-BG" sz="3400" i="1" dirty="0"/>
              <a:t>текстови документи за създаване на голям брой екземпляри от даден документ. Състоят се от постоянна част и част, която се променя във всяко копие.</a:t>
            </a:r>
            <a:endParaRPr lang="en-US" sz="3400" i="1" dirty="0"/>
          </a:p>
        </p:txBody>
      </p:sp>
    </p:spTree>
    <p:extLst>
      <p:ext uri="{BB962C8B-B14F-4D97-AF65-F5344CB8AC3E}">
        <p14:creationId xmlns:p14="http://schemas.microsoft.com/office/powerpoint/2010/main" val="2566463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bg-BG" sz="3400" b="1" i="1" dirty="0" smtClean="0"/>
              <a:t>Б)</a:t>
            </a:r>
            <a:r>
              <a:rPr lang="bg-BG" sz="3400" b="1" dirty="0" smtClean="0"/>
              <a:t> </a:t>
            </a:r>
            <a:r>
              <a:rPr lang="bg-BG" sz="3400" b="1" i="1" dirty="0" smtClean="0"/>
              <a:t>Видове </a:t>
            </a:r>
            <a:r>
              <a:rPr lang="bg-BG" sz="3400" b="1" i="1" dirty="0"/>
              <a:t>циркулярни писма - </a:t>
            </a:r>
            <a:r>
              <a:rPr lang="bg-BG" sz="3400" i="1" dirty="0" err="1"/>
              <a:t>писма</a:t>
            </a:r>
            <a:r>
              <a:rPr lang="bg-BG" sz="3400" i="1" dirty="0"/>
              <a:t>, покани, удостоверения, баджове, сертификати</a:t>
            </a:r>
            <a:r>
              <a:rPr lang="bg-BG" sz="3400" i="1" dirty="0" smtClean="0"/>
              <a:t>.</a:t>
            </a:r>
          </a:p>
          <a:p>
            <a:pPr marL="0" lvl="0" indent="0">
              <a:buNone/>
            </a:pPr>
            <a:r>
              <a:rPr lang="bg-BG" sz="3400" b="1" i="1" dirty="0" smtClean="0"/>
              <a:t>В) </a:t>
            </a:r>
            <a:r>
              <a:rPr lang="bg-BG" sz="3400" b="1" i="1" dirty="0"/>
              <a:t>Начини на създаване </a:t>
            </a:r>
            <a:r>
              <a:rPr lang="bg-BG" sz="3400" b="1" i="1" dirty="0" smtClean="0"/>
              <a:t>- </a:t>
            </a:r>
            <a:r>
              <a:rPr lang="bg-BG" sz="3400" i="1" dirty="0"/>
              <a:t>използваме два елемента:</a:t>
            </a:r>
            <a:endParaRPr lang="en-US" sz="3400" i="1" dirty="0"/>
          </a:p>
          <a:p>
            <a:pPr marL="0" indent="0">
              <a:buNone/>
            </a:pPr>
            <a:r>
              <a:rPr lang="en-US" sz="3400" b="1" i="1" dirty="0" smtClean="0"/>
              <a:t> </a:t>
            </a:r>
            <a:r>
              <a:rPr lang="bg-BG" sz="3400" b="1" i="1" dirty="0" smtClean="0"/>
              <a:t>-</a:t>
            </a:r>
            <a:r>
              <a:rPr lang="bg-BG" sz="3400" b="1" i="1" dirty="0"/>
              <a:t>главен документ</a:t>
            </a:r>
            <a:r>
              <a:rPr lang="en-US" sz="3400" b="1" i="1" dirty="0"/>
              <a:t> – </a:t>
            </a:r>
            <a:r>
              <a:rPr lang="bg-BG" sz="3400" i="1" dirty="0"/>
              <a:t>шаблон или документ създаден в </a:t>
            </a:r>
            <a:r>
              <a:rPr lang="en-US" sz="3400" i="1" dirty="0"/>
              <a:t>Word</a:t>
            </a:r>
          </a:p>
          <a:p>
            <a:pPr marL="0" lvl="0" indent="0">
              <a:buNone/>
            </a:pPr>
            <a:endParaRPr lang="en-US" sz="3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93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i="1" dirty="0" smtClean="0"/>
              <a:t>  </a:t>
            </a:r>
            <a:r>
              <a:rPr lang="bg-BG" i="1" dirty="0" smtClean="0"/>
              <a:t>-</a:t>
            </a:r>
            <a:r>
              <a:rPr lang="bg-BG" b="1" i="1" dirty="0" smtClean="0"/>
              <a:t>източник на данни</a:t>
            </a:r>
            <a:r>
              <a:rPr lang="en-US" b="1" i="1" dirty="0" smtClean="0"/>
              <a:t> </a:t>
            </a:r>
            <a:r>
              <a:rPr lang="bg-BG" i="1" dirty="0" smtClean="0"/>
              <a:t>- </a:t>
            </a:r>
            <a:r>
              <a:rPr lang="bg-BG" b="1" i="1" dirty="0" smtClean="0"/>
              <a:t>съдържа персоналната информация</a:t>
            </a:r>
            <a:r>
              <a:rPr lang="bg-BG" i="1" dirty="0" smtClean="0"/>
              <a:t>, която ще различава отделните документи </a:t>
            </a:r>
            <a:r>
              <a:rPr lang="bg-BG" b="1" i="1" dirty="0" smtClean="0"/>
              <a:t>– име, адрес, институция</a:t>
            </a:r>
            <a:r>
              <a:rPr lang="bg-BG" i="1" dirty="0" smtClean="0"/>
              <a:t>. </a:t>
            </a:r>
            <a:endParaRPr lang="en-US" i="1" dirty="0" smtClean="0"/>
          </a:p>
          <a:p>
            <a:r>
              <a:rPr lang="bg-BG" i="1" dirty="0" smtClean="0"/>
              <a:t>Източникът на данни може да бъде файл, документ или електронна таблица </a:t>
            </a:r>
            <a:r>
              <a:rPr lang="bg-BG" b="1" i="1" dirty="0" smtClean="0"/>
              <a:t>(</a:t>
            </a:r>
            <a:r>
              <a:rPr lang="bg-BG" i="1" dirty="0" smtClean="0"/>
              <a:t>може и да се създаде в същият момент чрез попълване на таблица</a:t>
            </a:r>
            <a:r>
              <a:rPr lang="bg-BG" b="1" i="1" dirty="0" smtClean="0"/>
              <a:t>). </a:t>
            </a:r>
            <a:endParaRPr lang="en-US" b="1" i="1" dirty="0" smtClean="0"/>
          </a:p>
          <a:p>
            <a:endParaRPr lang="en-US" i="1" dirty="0" smtClean="0"/>
          </a:p>
          <a:p>
            <a:r>
              <a:rPr lang="bg-BG" i="1" dirty="0" smtClean="0"/>
              <a:t>Тези индивидуализиращи данни се вмъкват в главният документ, като се свързват с него. Генерират се </a:t>
            </a:r>
            <a:r>
              <a:rPr lang="bg-BG" dirty="0" smtClean="0"/>
              <a:t>индивидуални писма, които се запазват в трети документ.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85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2. </a:t>
            </a:r>
            <a:r>
              <a:rPr lang="bg-BG" b="1" dirty="0" smtClean="0"/>
              <a:t>Формуляри -</a:t>
            </a:r>
            <a:endParaRPr lang="en-US" b="1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3800" b="1" i="1" dirty="0" smtClean="0"/>
              <a:t>А) </a:t>
            </a:r>
            <a:r>
              <a:rPr lang="ru-RU" sz="3800" b="1" i="1" dirty="0" err="1" smtClean="0"/>
              <a:t>Същност</a:t>
            </a:r>
            <a:r>
              <a:rPr lang="ru-RU" sz="3800" b="1" i="1" dirty="0" smtClean="0"/>
              <a:t> - </a:t>
            </a:r>
            <a:r>
              <a:rPr lang="ru-RU" sz="3800" i="1" dirty="0" err="1"/>
              <a:t>ф</a:t>
            </a:r>
            <a:r>
              <a:rPr lang="ru-RU" sz="3800" i="1" dirty="0" err="1" smtClean="0"/>
              <a:t>ормулярът</a:t>
            </a:r>
            <a:r>
              <a:rPr lang="ru-RU" sz="3800" i="1" dirty="0" smtClean="0"/>
              <a:t> е текстов документ, </a:t>
            </a:r>
            <a:r>
              <a:rPr lang="ru-RU" sz="3800" i="1" dirty="0" err="1" smtClean="0"/>
              <a:t>който</a:t>
            </a:r>
            <a:r>
              <a:rPr lang="ru-RU" sz="3800" i="1" dirty="0" smtClean="0"/>
              <a:t> се </a:t>
            </a:r>
            <a:r>
              <a:rPr lang="ru-RU" sz="3800" i="1" dirty="0" err="1" smtClean="0"/>
              <a:t>използва</a:t>
            </a:r>
            <a:r>
              <a:rPr lang="ru-RU" sz="3800" i="1" dirty="0" smtClean="0"/>
              <a:t> </a:t>
            </a:r>
            <a:r>
              <a:rPr lang="ru-RU" sz="3800" i="1" dirty="0" err="1" smtClean="0"/>
              <a:t>като</a:t>
            </a:r>
            <a:r>
              <a:rPr lang="ru-RU" sz="3800" i="1" dirty="0" smtClean="0"/>
              <a:t> образец</a:t>
            </a:r>
            <a:r>
              <a:rPr lang="ru-RU" sz="3800" b="1" i="1" dirty="0" smtClean="0"/>
              <a:t>. </a:t>
            </a:r>
            <a:r>
              <a:rPr lang="ru-RU" sz="3800" i="1" dirty="0" smtClean="0"/>
              <a:t>Той</a:t>
            </a:r>
            <a:r>
              <a:rPr lang="ru-RU" sz="3800" b="1" i="1" dirty="0" smtClean="0"/>
              <a:t> се </a:t>
            </a:r>
            <a:r>
              <a:rPr lang="ru-RU" sz="3800" b="1" i="1" dirty="0" err="1" smtClean="0"/>
              <a:t>създава</a:t>
            </a:r>
            <a:r>
              <a:rPr lang="ru-RU" sz="3800" b="1" i="1" dirty="0" smtClean="0"/>
              <a:t> в </a:t>
            </a:r>
            <a:r>
              <a:rPr lang="ru-RU" sz="3800" b="1" i="1" dirty="0" err="1" smtClean="0"/>
              <a:t>програмата</a:t>
            </a:r>
            <a:r>
              <a:rPr lang="ru-RU" sz="3800" b="1" i="1" dirty="0" smtClean="0"/>
              <a:t> MS </a:t>
            </a:r>
            <a:r>
              <a:rPr lang="ru-RU" sz="3800" b="1" i="1" dirty="0" err="1" smtClean="0"/>
              <a:t>Word</a:t>
            </a:r>
            <a:r>
              <a:rPr lang="ru-RU" sz="3800" b="1" i="1" dirty="0" smtClean="0"/>
              <a:t> </a:t>
            </a:r>
            <a:r>
              <a:rPr lang="ru-RU" sz="3800" b="1" i="1" dirty="0" err="1" smtClean="0"/>
              <a:t>като</a:t>
            </a:r>
            <a:r>
              <a:rPr lang="ru-RU" sz="3800" b="1" i="1" dirty="0" smtClean="0"/>
              <a:t> шаблон или </a:t>
            </a:r>
            <a:r>
              <a:rPr lang="ru-RU" sz="3800" b="1" i="1" dirty="0" err="1" smtClean="0"/>
              <a:t>празен</a:t>
            </a:r>
            <a:r>
              <a:rPr lang="ru-RU" sz="3800" b="1" i="1" dirty="0" smtClean="0"/>
              <a:t> документ и се добавят полета (контроли) за </a:t>
            </a:r>
            <a:r>
              <a:rPr lang="ru-RU" sz="3800" b="1" i="1" dirty="0" err="1" smtClean="0"/>
              <a:t>съдържанието</a:t>
            </a:r>
            <a:r>
              <a:rPr lang="ru-RU" sz="3800" b="1" i="1" dirty="0" smtClean="0"/>
              <a:t>. </a:t>
            </a:r>
            <a:endParaRPr lang="en-US" sz="3800" b="1" i="1" dirty="0" smtClean="0"/>
          </a:p>
          <a:p>
            <a:pPr marL="0" indent="0">
              <a:buNone/>
            </a:pPr>
            <a:r>
              <a:rPr lang="bg-BG" sz="3800" b="1" i="1" dirty="0" smtClean="0"/>
              <a:t>Б) Видове контроли - </a:t>
            </a:r>
            <a:r>
              <a:rPr lang="ru-RU" sz="3800" i="1" dirty="0" err="1" smtClean="0"/>
              <a:t>текстови</a:t>
            </a:r>
            <a:r>
              <a:rPr lang="ru-RU" sz="3800" i="1" dirty="0" smtClean="0"/>
              <a:t> полета за </a:t>
            </a:r>
            <a:r>
              <a:rPr lang="ru-RU" sz="3800" i="1" dirty="0" err="1" smtClean="0"/>
              <a:t>въвеждане</a:t>
            </a:r>
            <a:r>
              <a:rPr lang="ru-RU" sz="3800" i="1" dirty="0" smtClean="0"/>
              <a:t> на текст, полета за дата, полета за час, полета за </a:t>
            </a:r>
            <a:r>
              <a:rPr lang="ru-RU" sz="3800" i="1" dirty="0" err="1" smtClean="0"/>
              <a:t>извършване</a:t>
            </a:r>
            <a:r>
              <a:rPr lang="ru-RU" sz="3800" i="1" dirty="0" smtClean="0"/>
              <a:t> на </a:t>
            </a:r>
            <a:r>
              <a:rPr lang="ru-RU" sz="3800" i="1" dirty="0" err="1" smtClean="0"/>
              <a:t>изчисления</a:t>
            </a:r>
            <a:r>
              <a:rPr lang="ru-RU" sz="3800" i="1" dirty="0" smtClean="0"/>
              <a:t>, полета за отметки, </a:t>
            </a:r>
            <a:r>
              <a:rPr lang="ru-RU" sz="3800" i="1" dirty="0" err="1" smtClean="0"/>
              <a:t>падащи</a:t>
            </a:r>
            <a:r>
              <a:rPr lang="ru-RU" sz="3800" i="1" dirty="0" smtClean="0"/>
              <a:t> </a:t>
            </a:r>
            <a:r>
              <a:rPr lang="ru-RU" sz="3800" i="1" dirty="0" err="1" smtClean="0"/>
              <a:t>списъци</a:t>
            </a:r>
            <a:r>
              <a:rPr lang="ru-RU" sz="3800" i="1" dirty="0" smtClean="0"/>
              <a:t> и др.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216519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b="1" dirty="0" smtClean="0"/>
              <a:t>3. Създаване на формуляри в </a:t>
            </a:r>
            <a:r>
              <a:rPr lang="en-US" b="1" dirty="0" smtClean="0"/>
              <a:t>MS Word</a:t>
            </a:r>
            <a:endParaRPr lang="en-US" b="1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1)</a:t>
            </a:r>
            <a:r>
              <a:rPr lang="ru-RU" b="1" i="0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.</a:t>
            </a:r>
            <a:r>
              <a:rPr lang="ru-RU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Активирайте</a:t>
            </a:r>
            <a:r>
              <a:rPr lang="ru-RU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раздела "Разработчик"</a:t>
            </a:r>
            <a:endParaRPr lang="ru-RU" b="0" i="1" dirty="0" smtClean="0">
              <a:solidFill>
                <a:srgbClr val="0A0A0A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ru-RU" sz="2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Отидете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на 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Файл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&gt; 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Опции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&gt; </a:t>
            </a:r>
            <a:r>
              <a:rPr lang="ru-RU" sz="24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Персонализиране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на </a:t>
            </a:r>
            <a:r>
              <a:rPr lang="ru-RU" sz="24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лентата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с </a:t>
            </a:r>
            <a:r>
              <a:rPr lang="ru-RU" sz="24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инструменти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В </a:t>
            </a:r>
            <a:r>
              <a:rPr lang="ru-RU" sz="2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списъка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отдясно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2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отметнете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Разработчик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и кликнете </a:t>
            </a:r>
            <a:r>
              <a:rPr lang="ru-RU" sz="2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ОК</a:t>
            </a:r>
            <a:r>
              <a:rPr lang="ru-RU" sz="2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02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457200" y="609600"/>
            <a:ext cx="4038600" cy="60198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 b="1" i="1" dirty="0">
                <a:solidFill>
                  <a:srgbClr val="0A0A0A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ru-RU" sz="58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). </a:t>
            </a:r>
            <a:r>
              <a:rPr lang="ru-RU" sz="58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Добавяне</a:t>
            </a:r>
            <a:r>
              <a:rPr lang="ru-RU" sz="58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на </a:t>
            </a:r>
            <a:r>
              <a:rPr lang="ru-RU" sz="58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контролни</a:t>
            </a:r>
            <a:r>
              <a:rPr lang="ru-RU" sz="58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5800" b="1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елементи</a:t>
            </a:r>
            <a:r>
              <a:rPr lang="ru-RU" sz="58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на формуляра:</a:t>
            </a:r>
          </a:p>
          <a:p>
            <a:pPr lvl="1">
              <a:buFont typeface="+mj-lt"/>
              <a:buAutoNum type="arabicPeriod"/>
            </a:pPr>
            <a:r>
              <a:rPr lang="ru-RU" sz="440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Отворете</a:t>
            </a:r>
            <a:r>
              <a:rPr lang="ru-RU" sz="440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раздела </a:t>
            </a:r>
            <a:r>
              <a:rPr lang="ru-RU" sz="4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Разработчик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в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лентата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с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инструменти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.</a:t>
            </a:r>
          </a:p>
          <a:p>
            <a:pPr lvl="1">
              <a:buFont typeface="+mj-lt"/>
              <a:buAutoNum type="arabicPeriod"/>
            </a:pP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В</a:t>
            </a:r>
            <a:r>
              <a:rPr lang="en-US" sz="4400" i="1" dirty="0">
                <a:solidFill>
                  <a:srgbClr val="0A0A0A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групата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</a:t>
            </a:r>
            <a:r>
              <a:rPr lang="ru-RU" sz="4400" b="1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Контроли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 </a:t>
            </a:r>
            <a:endParaRPr lang="en-US" sz="4400" b="0" i="1" dirty="0" smtClean="0">
              <a:solidFill>
                <a:srgbClr val="0A0A0A"/>
              </a:solidFill>
              <a:effectLst/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</a:pPr>
            <a:r>
              <a:rPr lang="en-US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изберете типа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контролен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en-US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елемент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,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който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искате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да добавите (например,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текстово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поле,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падащ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списък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).</a:t>
            </a:r>
          </a:p>
          <a:p>
            <a:pPr marL="457200" lvl="1" indent="0">
              <a:buNone/>
            </a:pP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3. Кликнете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върху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контролния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</a:t>
            </a:r>
            <a:r>
              <a:rPr lang="ru-RU" sz="4400" b="0" i="1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елемент</a:t>
            </a:r>
            <a:r>
              <a:rPr lang="ru-RU" sz="4400" b="0" i="1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, за</a:t>
            </a:r>
            <a:r>
              <a:rPr lang="ru-RU" sz="4400" b="0" i="0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да </a:t>
            </a:r>
            <a:r>
              <a:rPr lang="ru-RU" sz="4400" b="0" i="0" dirty="0" err="1" smtClean="0">
                <a:solidFill>
                  <a:srgbClr val="0A0A0A"/>
                </a:solidFill>
                <a:effectLst/>
                <a:latin typeface="Google Sans"/>
              </a:rPr>
              <a:t>го</a:t>
            </a:r>
            <a:r>
              <a:rPr lang="ru-RU" sz="4400" b="0" i="0" dirty="0" smtClean="0">
                <a:solidFill>
                  <a:srgbClr val="0A0A0A"/>
                </a:solidFill>
                <a:effectLst/>
                <a:latin typeface="Google Sans"/>
              </a:rPr>
              <a:t> </a:t>
            </a:r>
            <a:r>
              <a:rPr lang="ru-RU" sz="4400" b="0" i="0" dirty="0" err="1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вмъкнете</a:t>
            </a:r>
            <a:r>
              <a:rPr lang="ru-RU" sz="4400" b="0" i="0" dirty="0" smtClean="0">
                <a:solidFill>
                  <a:srgbClr val="0A0A0A"/>
                </a:solidFill>
                <a:effectLst/>
                <a:latin typeface="Calibri" pitchFamily="34" charset="0"/>
                <a:cs typeface="Calibri" pitchFamily="34" charset="0"/>
              </a:rPr>
              <a:t> в документа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86000"/>
            <a:ext cx="386715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046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 sz="4600" b="1" i="1" dirty="0" smtClean="0"/>
              <a:t>3)</a:t>
            </a:r>
            <a:r>
              <a:rPr lang="en-US" sz="4600" b="1" i="1" dirty="0" smtClean="0"/>
              <a:t>. </a:t>
            </a:r>
            <a:r>
              <a:rPr lang="ru-RU" sz="4600" b="1" i="1" dirty="0" err="1" smtClean="0"/>
              <a:t>Редактиране</a:t>
            </a:r>
            <a:r>
              <a:rPr lang="ru-RU" sz="4600" b="1" i="1" dirty="0" smtClean="0"/>
              <a:t> на </a:t>
            </a:r>
            <a:r>
              <a:rPr lang="ru-RU" sz="4600" b="1" i="1" dirty="0" err="1" smtClean="0"/>
              <a:t>елементи</a:t>
            </a:r>
            <a:r>
              <a:rPr lang="ru-RU" sz="4600" b="1" i="1" dirty="0" smtClean="0"/>
              <a:t> на формуляра</a:t>
            </a:r>
            <a:r>
              <a:rPr lang="ru-RU" sz="4600" b="1" dirty="0" smtClean="0"/>
              <a:t>:</a:t>
            </a:r>
          </a:p>
          <a:p>
            <a:pPr marL="0" indent="0">
              <a:buNone/>
            </a:pPr>
            <a:endParaRPr lang="ru-RU" sz="3500" b="1" dirty="0" smtClean="0"/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i="1" dirty="0" smtClean="0"/>
              <a:t>1. </a:t>
            </a:r>
            <a:r>
              <a:rPr lang="ru-RU" i="1" dirty="0" smtClean="0"/>
              <a:t>Кликнете с </a:t>
            </a:r>
            <a:r>
              <a:rPr lang="ru-RU" i="1" dirty="0" err="1" smtClean="0"/>
              <a:t>десния</a:t>
            </a:r>
            <a:r>
              <a:rPr lang="ru-RU" i="1" dirty="0" smtClean="0"/>
              <a:t> бутон на </a:t>
            </a:r>
            <a:r>
              <a:rPr lang="ru-RU" i="1" dirty="0" err="1" smtClean="0"/>
              <a:t>мишката</a:t>
            </a:r>
            <a:r>
              <a:rPr lang="ru-RU" i="1" dirty="0" smtClean="0"/>
              <a:t> </a:t>
            </a:r>
            <a:r>
              <a:rPr lang="ru-RU" i="1" dirty="0" err="1" smtClean="0"/>
              <a:t>върху</a:t>
            </a:r>
            <a:r>
              <a:rPr lang="ru-RU" i="1" dirty="0" smtClean="0"/>
              <a:t> </a:t>
            </a:r>
            <a:r>
              <a:rPr lang="ru-RU" i="1" dirty="0" err="1" smtClean="0"/>
              <a:t>добавения</a:t>
            </a:r>
            <a:r>
              <a:rPr lang="ru-RU" i="1" dirty="0" smtClean="0"/>
              <a:t> </a:t>
            </a:r>
            <a:r>
              <a:rPr lang="ru-RU" i="1" dirty="0" err="1" smtClean="0"/>
              <a:t>контролен</a:t>
            </a:r>
            <a:r>
              <a:rPr lang="ru-RU" i="1" dirty="0" smtClean="0"/>
              <a:t> </a:t>
            </a:r>
            <a:r>
              <a:rPr lang="ru-RU" i="1" dirty="0" err="1" smtClean="0"/>
              <a:t>елемент</a:t>
            </a:r>
            <a:r>
              <a:rPr lang="ru-RU" i="1" dirty="0" smtClean="0"/>
              <a:t> и изберете Свойства.</a:t>
            </a:r>
          </a:p>
          <a:p>
            <a:pPr marL="0" indent="0">
              <a:buNone/>
            </a:pPr>
            <a:r>
              <a:rPr lang="en-US" i="1" dirty="0" smtClean="0"/>
              <a:t>   2. </a:t>
            </a:r>
            <a:r>
              <a:rPr lang="ru-RU" i="1" dirty="0" smtClean="0"/>
              <a:t>В </a:t>
            </a:r>
            <a:r>
              <a:rPr lang="ru-RU" i="1" dirty="0" err="1" smtClean="0"/>
              <a:t>прозореца</a:t>
            </a:r>
            <a:r>
              <a:rPr lang="ru-RU" i="1" dirty="0" smtClean="0"/>
              <a:t> "Свойства на </a:t>
            </a:r>
            <a:r>
              <a:rPr lang="ru-RU" i="1" dirty="0" err="1" smtClean="0"/>
              <a:t>контролен</a:t>
            </a:r>
            <a:r>
              <a:rPr lang="ru-RU" i="1" dirty="0" smtClean="0"/>
              <a:t> </a:t>
            </a:r>
            <a:r>
              <a:rPr lang="ru-RU" i="1" dirty="0" err="1" smtClean="0"/>
              <a:t>елемент</a:t>
            </a:r>
            <a:r>
              <a:rPr lang="ru-RU" i="1" dirty="0" smtClean="0"/>
              <a:t>" можете да </a:t>
            </a:r>
            <a:r>
              <a:rPr lang="ru-RU" i="1" dirty="0" err="1" smtClean="0"/>
              <a:t>персонализирате</a:t>
            </a:r>
            <a:r>
              <a:rPr lang="ru-RU" i="1" dirty="0" smtClean="0"/>
              <a:t> настройки </a:t>
            </a:r>
            <a:r>
              <a:rPr lang="ru-RU" i="1" dirty="0" err="1" smtClean="0"/>
              <a:t>като</a:t>
            </a:r>
            <a:r>
              <a:rPr lang="ru-RU" i="1" dirty="0" smtClean="0"/>
              <a:t>:</a:t>
            </a:r>
          </a:p>
          <a:p>
            <a:pPr marL="0" indent="0">
              <a:buNone/>
            </a:pPr>
            <a:r>
              <a:rPr lang="en-US" i="1" dirty="0" smtClean="0"/>
              <a:t>   3. </a:t>
            </a:r>
            <a:r>
              <a:rPr lang="ru-RU" i="1" dirty="0" err="1" smtClean="0"/>
              <a:t>Надпис</a:t>
            </a:r>
            <a:r>
              <a:rPr lang="ru-RU" i="1" dirty="0" smtClean="0"/>
              <a:t>: Текст, </a:t>
            </a:r>
            <a:r>
              <a:rPr lang="ru-RU" i="1" dirty="0" err="1" smtClean="0"/>
              <a:t>който</a:t>
            </a:r>
            <a:r>
              <a:rPr lang="ru-RU" i="1" dirty="0" smtClean="0"/>
              <a:t> се </a:t>
            </a:r>
            <a:r>
              <a:rPr lang="ru-RU" i="1" dirty="0" err="1" smtClean="0"/>
              <a:t>появява</a:t>
            </a:r>
            <a:r>
              <a:rPr lang="ru-RU" i="1" dirty="0" smtClean="0"/>
              <a:t> до </a:t>
            </a:r>
            <a:r>
              <a:rPr lang="ru-RU" i="1" dirty="0" err="1" smtClean="0"/>
              <a:t>контролния</a:t>
            </a:r>
            <a:r>
              <a:rPr lang="ru-RU" i="1" dirty="0" smtClean="0"/>
              <a:t> </a:t>
            </a:r>
            <a:r>
              <a:rPr lang="ru-RU" i="1" dirty="0" err="1" smtClean="0"/>
              <a:t>елемент</a:t>
            </a:r>
            <a:r>
              <a:rPr lang="ru-RU" i="1" dirty="0" smtClean="0"/>
              <a:t> (напр. "</a:t>
            </a:r>
            <a:r>
              <a:rPr lang="ru-RU" i="1" dirty="0" err="1" smtClean="0"/>
              <a:t>Име</a:t>
            </a:r>
            <a:r>
              <a:rPr lang="ru-RU" i="1" dirty="0" smtClean="0"/>
              <a:t>:").</a:t>
            </a:r>
          </a:p>
          <a:p>
            <a:pPr marL="0" indent="0">
              <a:buNone/>
            </a:pPr>
            <a:r>
              <a:rPr lang="en-US" i="1" dirty="0" smtClean="0"/>
              <a:t>  4. </a:t>
            </a:r>
            <a:r>
              <a:rPr lang="ru-RU" i="1" dirty="0" smtClean="0"/>
              <a:t>Тип на </a:t>
            </a:r>
            <a:r>
              <a:rPr lang="ru-RU" i="1" dirty="0" err="1" smtClean="0"/>
              <a:t>контролния</a:t>
            </a:r>
            <a:r>
              <a:rPr lang="ru-RU" i="1" dirty="0" smtClean="0"/>
              <a:t> </a:t>
            </a:r>
            <a:r>
              <a:rPr lang="ru-RU" i="1" dirty="0" err="1" smtClean="0"/>
              <a:t>елемент</a:t>
            </a:r>
            <a:r>
              <a:rPr lang="ru-RU" i="1" dirty="0" smtClean="0"/>
              <a:t>: </a:t>
            </a:r>
            <a:r>
              <a:rPr lang="ru-RU" i="1" dirty="0" err="1" smtClean="0"/>
              <a:t>Избор</a:t>
            </a:r>
            <a:r>
              <a:rPr lang="ru-RU" i="1" dirty="0" smtClean="0"/>
              <a:t> между </a:t>
            </a:r>
            <a:r>
              <a:rPr lang="ru-RU" i="1" dirty="0" err="1" smtClean="0"/>
              <a:t>различни</a:t>
            </a:r>
            <a:r>
              <a:rPr lang="ru-RU" i="1" dirty="0" smtClean="0"/>
              <a:t> </a:t>
            </a:r>
            <a:r>
              <a:rPr lang="ru-RU" i="1" dirty="0" err="1" smtClean="0"/>
              <a:t>типове</a:t>
            </a:r>
            <a:r>
              <a:rPr lang="ru-RU" i="1" dirty="0" smtClean="0"/>
              <a:t>, </a:t>
            </a:r>
            <a:r>
              <a:rPr lang="ru-RU" i="1" dirty="0" err="1" smtClean="0"/>
              <a:t>като</a:t>
            </a:r>
            <a:r>
              <a:rPr lang="ru-RU" i="1" dirty="0" smtClean="0"/>
              <a:t> например "</a:t>
            </a:r>
            <a:r>
              <a:rPr lang="ru-RU" i="1" dirty="0" err="1" smtClean="0"/>
              <a:t>Обикновен</a:t>
            </a:r>
            <a:r>
              <a:rPr lang="ru-RU" i="1" dirty="0" smtClean="0"/>
              <a:t> текст" или "Дата".</a:t>
            </a:r>
          </a:p>
          <a:p>
            <a:pPr marL="0" indent="0">
              <a:buNone/>
            </a:pPr>
            <a:r>
              <a:rPr lang="en-US" i="1" dirty="0" smtClean="0"/>
              <a:t>  5. </a:t>
            </a:r>
            <a:r>
              <a:rPr lang="ru-RU" i="1" dirty="0" smtClean="0"/>
              <a:t>Настройки за </a:t>
            </a:r>
            <a:r>
              <a:rPr lang="ru-RU" i="1" dirty="0" err="1" smtClean="0"/>
              <a:t>сигурност</a:t>
            </a:r>
            <a:r>
              <a:rPr lang="ru-RU" i="1" dirty="0" smtClean="0"/>
              <a:t>: </a:t>
            </a:r>
            <a:r>
              <a:rPr lang="ru-RU" i="1" dirty="0" err="1" smtClean="0"/>
              <a:t>Ограничаване</a:t>
            </a:r>
            <a:r>
              <a:rPr lang="ru-RU" i="1" dirty="0" smtClean="0"/>
              <a:t> на </a:t>
            </a:r>
            <a:r>
              <a:rPr lang="ru-RU" i="1" dirty="0" err="1" smtClean="0"/>
              <a:t>възможността</a:t>
            </a:r>
            <a:r>
              <a:rPr lang="ru-RU" i="1" dirty="0" smtClean="0"/>
              <a:t> за </a:t>
            </a:r>
            <a:r>
              <a:rPr lang="ru-RU" i="1" dirty="0" err="1" smtClean="0"/>
              <a:t>редактиране</a:t>
            </a:r>
            <a:r>
              <a:rPr lang="ru-RU" i="1" dirty="0" smtClean="0"/>
              <a:t> на </a:t>
            </a:r>
            <a:r>
              <a:rPr lang="ru-RU" i="1" dirty="0" err="1" smtClean="0"/>
              <a:t>самия</a:t>
            </a:r>
            <a:r>
              <a:rPr lang="ru-RU" i="1" dirty="0" smtClean="0"/>
              <a:t> </a:t>
            </a:r>
            <a:r>
              <a:rPr lang="ru-RU" i="1" dirty="0" err="1" smtClean="0"/>
              <a:t>контролен</a:t>
            </a:r>
            <a:r>
              <a:rPr lang="ru-RU" i="1" dirty="0" smtClean="0"/>
              <a:t> </a:t>
            </a:r>
            <a:r>
              <a:rPr lang="ru-RU" i="1" dirty="0" err="1" smtClean="0"/>
              <a:t>елемент</a:t>
            </a:r>
            <a:r>
              <a:rPr lang="ru-RU" i="1" dirty="0" smtClean="0"/>
              <a:t>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74935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369</Words>
  <Application>Microsoft Office PowerPoint</Application>
  <PresentationFormat>Презентация на цял екран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9" baseType="lpstr">
      <vt:lpstr>Office тема</vt:lpstr>
      <vt:lpstr>Създаване на дигитално съдържание в различни формати и с използване на технологични средства</vt:lpstr>
      <vt:lpstr>1. Циркулярни писма </vt:lpstr>
      <vt:lpstr>Презентация на PowerPoint</vt:lpstr>
      <vt:lpstr>Презентация на PowerPoint</vt:lpstr>
      <vt:lpstr>2. Формуляри -</vt:lpstr>
      <vt:lpstr>3. Създаване на формуляри в MS Word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Създаване на дигитално съдържание в различни формати и с използване на технологичнисредства</dc:title>
  <dc:creator>su</dc:creator>
  <cp:lastModifiedBy>su</cp:lastModifiedBy>
  <cp:revision>12</cp:revision>
  <dcterms:created xsi:type="dcterms:W3CDTF">2025-11-28T08:05:17Z</dcterms:created>
  <dcterms:modified xsi:type="dcterms:W3CDTF">2026-06-09T06:21:00Z</dcterms:modified>
</cp:coreProperties>
</file>