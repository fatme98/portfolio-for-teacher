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91E337-43E0-BC65-D394-49DC8E2453F3}" v="1012" dt="2025-11-14T07:31:44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68" d="100"/>
          <a:sy n="68" d="100"/>
        </p:scale>
        <p:origin x="-102" y="-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A6782A-5439-4F3C-BCCA-7753A65B88A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4E212E8-5BB4-40AB-ACE9-2576A3DD873D}">
      <dgm:prSet/>
      <dgm:spPr/>
      <dgm:t>
        <a:bodyPr/>
        <a:lstStyle/>
        <a:p>
          <a:r>
            <a:rPr lang="en-US"/>
            <a:t>КС е съвкупност от хардуер и софтуер, които работят заедно.</a:t>
          </a:r>
        </a:p>
      </dgm:t>
    </dgm:pt>
    <dgm:pt modelId="{E9BD46FF-7BB5-484A-AA8E-35B9A7586F5C}" type="parTrans" cxnId="{AC286660-06A4-4C8D-8E15-B5A05F5CD89E}">
      <dgm:prSet/>
      <dgm:spPr/>
      <dgm:t>
        <a:bodyPr/>
        <a:lstStyle/>
        <a:p>
          <a:endParaRPr lang="en-US"/>
        </a:p>
      </dgm:t>
    </dgm:pt>
    <dgm:pt modelId="{D118A61D-56FE-4BAF-AB0F-9037444546AA}" type="sibTrans" cxnId="{AC286660-06A4-4C8D-8E15-B5A05F5CD89E}">
      <dgm:prSet/>
      <dgm:spPr/>
      <dgm:t>
        <a:bodyPr/>
        <a:lstStyle/>
        <a:p>
          <a:endParaRPr lang="en-US"/>
        </a:p>
      </dgm:t>
    </dgm:pt>
    <dgm:pt modelId="{05E5E8F7-3029-4FCC-83D3-FF29A168504C}">
      <dgm:prSet/>
      <dgm:spPr/>
      <dgm:t>
        <a:bodyPr/>
        <a:lstStyle/>
        <a:p>
          <a:r>
            <a:rPr lang="en-US"/>
            <a:t>А) Хардуер - физически компоненти;</a:t>
          </a:r>
        </a:p>
      </dgm:t>
    </dgm:pt>
    <dgm:pt modelId="{D7C029A5-4EC0-484B-A6AF-AD98488B728A}" type="parTrans" cxnId="{E0E0B5F3-98FC-4AFE-B7D5-5A7508DB7993}">
      <dgm:prSet/>
      <dgm:spPr/>
      <dgm:t>
        <a:bodyPr/>
        <a:lstStyle/>
        <a:p>
          <a:endParaRPr lang="en-US"/>
        </a:p>
      </dgm:t>
    </dgm:pt>
    <dgm:pt modelId="{F0AA0079-C217-48BB-BEA3-8DC20AC24923}" type="sibTrans" cxnId="{E0E0B5F3-98FC-4AFE-B7D5-5A7508DB7993}">
      <dgm:prSet/>
      <dgm:spPr/>
      <dgm:t>
        <a:bodyPr/>
        <a:lstStyle/>
        <a:p>
          <a:endParaRPr lang="en-US"/>
        </a:p>
      </dgm:t>
    </dgm:pt>
    <dgm:pt modelId="{EAD13954-2AF1-4038-9692-62CD52367159}">
      <dgm:prSet/>
      <dgm:spPr/>
      <dgm:t>
        <a:bodyPr/>
        <a:lstStyle/>
        <a:p>
          <a:r>
            <a:rPr lang="en-US"/>
            <a:t>Б) Софтуер - програмите, които управляват хардуера.</a:t>
          </a:r>
        </a:p>
      </dgm:t>
    </dgm:pt>
    <dgm:pt modelId="{11DFF150-FB80-479C-A74F-EAFB693C06FF}" type="parTrans" cxnId="{AA217CA6-905E-493D-90C6-5F066F0CE26D}">
      <dgm:prSet/>
      <dgm:spPr/>
      <dgm:t>
        <a:bodyPr/>
        <a:lstStyle/>
        <a:p>
          <a:endParaRPr lang="en-US"/>
        </a:p>
      </dgm:t>
    </dgm:pt>
    <dgm:pt modelId="{D20DA210-2AA8-47FE-8FD6-FB9E6D06D810}" type="sibTrans" cxnId="{AA217CA6-905E-493D-90C6-5F066F0CE26D}">
      <dgm:prSet/>
      <dgm:spPr/>
      <dgm:t>
        <a:bodyPr/>
        <a:lstStyle/>
        <a:p>
          <a:endParaRPr lang="en-US"/>
        </a:p>
      </dgm:t>
    </dgm:pt>
    <dgm:pt modelId="{761B28CA-1397-4F96-9945-3600B89B51D1}" type="pres">
      <dgm:prSet presAssocID="{62A6782A-5439-4F3C-BCCA-7753A65B88A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E82A38F-192D-4D16-8A72-C28042B34D0B}" type="pres">
      <dgm:prSet presAssocID="{24E212E8-5BB4-40AB-ACE9-2576A3DD873D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CE9AB-C54D-4EF1-B2B4-B8D4B22D63A2}" type="pres">
      <dgm:prSet presAssocID="{D118A61D-56FE-4BAF-AB0F-9037444546AA}" presName="spacer" presStyleCnt="0"/>
      <dgm:spPr/>
    </dgm:pt>
    <dgm:pt modelId="{4FF14356-891E-406E-9DF4-E47D9D955C10}" type="pres">
      <dgm:prSet presAssocID="{05E5E8F7-3029-4FCC-83D3-FF29A168504C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0C29B7-98F4-466F-A541-FB3D1BC20D2A}" type="pres">
      <dgm:prSet presAssocID="{F0AA0079-C217-48BB-BEA3-8DC20AC24923}" presName="spacer" presStyleCnt="0"/>
      <dgm:spPr/>
    </dgm:pt>
    <dgm:pt modelId="{51F912D4-8667-4354-ABCA-47E6A2CF99E4}" type="pres">
      <dgm:prSet presAssocID="{EAD13954-2AF1-4038-9692-62CD52367159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711953-9AAE-46B4-A980-A8FFD4147B97}" type="presOf" srcId="{05E5E8F7-3029-4FCC-83D3-FF29A168504C}" destId="{4FF14356-891E-406E-9DF4-E47D9D955C10}" srcOrd="0" destOrd="0" presId="urn:microsoft.com/office/officeart/2005/8/layout/vList2"/>
    <dgm:cxn modelId="{AA217CA6-905E-493D-90C6-5F066F0CE26D}" srcId="{62A6782A-5439-4F3C-BCCA-7753A65B88A2}" destId="{EAD13954-2AF1-4038-9692-62CD52367159}" srcOrd="2" destOrd="0" parTransId="{11DFF150-FB80-479C-A74F-EAFB693C06FF}" sibTransId="{D20DA210-2AA8-47FE-8FD6-FB9E6D06D810}"/>
    <dgm:cxn modelId="{E7063CB3-3841-43A6-B537-4305C6CA2F23}" type="presOf" srcId="{24E212E8-5BB4-40AB-ACE9-2576A3DD873D}" destId="{0E82A38F-192D-4D16-8A72-C28042B34D0B}" srcOrd="0" destOrd="0" presId="urn:microsoft.com/office/officeart/2005/8/layout/vList2"/>
    <dgm:cxn modelId="{E0E0B5F3-98FC-4AFE-B7D5-5A7508DB7993}" srcId="{62A6782A-5439-4F3C-BCCA-7753A65B88A2}" destId="{05E5E8F7-3029-4FCC-83D3-FF29A168504C}" srcOrd="1" destOrd="0" parTransId="{D7C029A5-4EC0-484B-A6AF-AD98488B728A}" sibTransId="{F0AA0079-C217-48BB-BEA3-8DC20AC24923}"/>
    <dgm:cxn modelId="{AC286660-06A4-4C8D-8E15-B5A05F5CD89E}" srcId="{62A6782A-5439-4F3C-BCCA-7753A65B88A2}" destId="{24E212E8-5BB4-40AB-ACE9-2576A3DD873D}" srcOrd="0" destOrd="0" parTransId="{E9BD46FF-7BB5-484A-AA8E-35B9A7586F5C}" sibTransId="{D118A61D-56FE-4BAF-AB0F-9037444546AA}"/>
    <dgm:cxn modelId="{49B2AEEA-E551-4959-BAF6-9C4A6F0F161F}" type="presOf" srcId="{62A6782A-5439-4F3C-BCCA-7753A65B88A2}" destId="{761B28CA-1397-4F96-9945-3600B89B51D1}" srcOrd="0" destOrd="0" presId="urn:microsoft.com/office/officeart/2005/8/layout/vList2"/>
    <dgm:cxn modelId="{6400E4F0-88AD-4562-9F8E-3F95116186CF}" type="presOf" srcId="{EAD13954-2AF1-4038-9692-62CD52367159}" destId="{51F912D4-8667-4354-ABCA-47E6A2CF99E4}" srcOrd="0" destOrd="0" presId="urn:microsoft.com/office/officeart/2005/8/layout/vList2"/>
    <dgm:cxn modelId="{F88E1669-B29B-4CF3-8033-0F362041EEF3}" type="presParOf" srcId="{761B28CA-1397-4F96-9945-3600B89B51D1}" destId="{0E82A38F-192D-4D16-8A72-C28042B34D0B}" srcOrd="0" destOrd="0" presId="urn:microsoft.com/office/officeart/2005/8/layout/vList2"/>
    <dgm:cxn modelId="{E60DD8C8-5133-4EB5-A45E-E6D7FE4AFCCE}" type="presParOf" srcId="{761B28CA-1397-4F96-9945-3600B89B51D1}" destId="{5DFCE9AB-C54D-4EF1-B2B4-B8D4B22D63A2}" srcOrd="1" destOrd="0" presId="urn:microsoft.com/office/officeart/2005/8/layout/vList2"/>
    <dgm:cxn modelId="{2D22FD29-193C-4687-A501-18D008FEA293}" type="presParOf" srcId="{761B28CA-1397-4F96-9945-3600B89B51D1}" destId="{4FF14356-891E-406E-9DF4-E47D9D955C10}" srcOrd="2" destOrd="0" presId="urn:microsoft.com/office/officeart/2005/8/layout/vList2"/>
    <dgm:cxn modelId="{1098248E-CDDF-4844-8743-9DDFCB3C9EBB}" type="presParOf" srcId="{761B28CA-1397-4F96-9945-3600B89B51D1}" destId="{640C29B7-98F4-466F-A541-FB3D1BC20D2A}" srcOrd="3" destOrd="0" presId="urn:microsoft.com/office/officeart/2005/8/layout/vList2"/>
    <dgm:cxn modelId="{0409A51C-4657-46C4-855A-8D7ED49F83A9}" type="presParOf" srcId="{761B28CA-1397-4F96-9945-3600B89B51D1}" destId="{51F912D4-8667-4354-ABCA-47E6A2CF99E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271690-80BA-466F-B065-8B03F1CD9DA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AACF833-E99F-4A10-9563-52E9ABEF7A42}">
      <dgm:prSet/>
      <dgm:spPr/>
      <dgm:t>
        <a:bodyPr/>
        <a:lstStyle/>
        <a:p>
          <a:r>
            <a:rPr lang="en-US"/>
            <a:t>1) Процесор (CPU)- "мозъкът" на компютъра;</a:t>
          </a:r>
        </a:p>
      </dgm:t>
    </dgm:pt>
    <dgm:pt modelId="{11CA23A6-83D9-40CF-9517-E633CA719B0E}" type="parTrans" cxnId="{2768449A-A3C3-488A-9C57-A403BDB4D235}">
      <dgm:prSet/>
      <dgm:spPr/>
      <dgm:t>
        <a:bodyPr/>
        <a:lstStyle/>
        <a:p>
          <a:endParaRPr lang="en-US"/>
        </a:p>
      </dgm:t>
    </dgm:pt>
    <dgm:pt modelId="{6A2E71A0-1198-4E4C-8342-F62A980F22D1}" type="sibTrans" cxnId="{2768449A-A3C3-488A-9C57-A403BDB4D235}">
      <dgm:prSet/>
      <dgm:spPr/>
      <dgm:t>
        <a:bodyPr/>
        <a:lstStyle/>
        <a:p>
          <a:endParaRPr lang="en-US"/>
        </a:p>
      </dgm:t>
    </dgm:pt>
    <dgm:pt modelId="{E9D66ECD-7356-4AB8-9101-F7AA3B30433E}">
      <dgm:prSet/>
      <dgm:spPr/>
      <dgm:t>
        <a:bodyPr/>
        <a:lstStyle/>
        <a:p>
          <a:r>
            <a:rPr lang="en-US"/>
            <a:t>2) Памет(RAM, ROM) - съхранява данни временно и постоянно;</a:t>
          </a:r>
        </a:p>
      </dgm:t>
    </dgm:pt>
    <dgm:pt modelId="{153C9B45-D7A1-4025-9D02-1D581A81BBB9}" type="parTrans" cxnId="{2000A394-7154-47F5-8926-2F0215E8B1F2}">
      <dgm:prSet/>
      <dgm:spPr/>
      <dgm:t>
        <a:bodyPr/>
        <a:lstStyle/>
        <a:p>
          <a:endParaRPr lang="en-US"/>
        </a:p>
      </dgm:t>
    </dgm:pt>
    <dgm:pt modelId="{94BE1031-1B05-4419-B900-59B12884A51C}" type="sibTrans" cxnId="{2000A394-7154-47F5-8926-2F0215E8B1F2}">
      <dgm:prSet/>
      <dgm:spPr/>
      <dgm:t>
        <a:bodyPr/>
        <a:lstStyle/>
        <a:p>
          <a:endParaRPr lang="en-US"/>
        </a:p>
      </dgm:t>
    </dgm:pt>
    <dgm:pt modelId="{E43FBCAC-6035-49C3-B2DD-6F6BFA7B8802}">
      <dgm:prSet/>
      <dgm:spPr/>
      <dgm:t>
        <a:bodyPr/>
        <a:lstStyle/>
        <a:p>
          <a:r>
            <a:rPr lang="en-US"/>
            <a:t>3) Твърд диск/SSD - дълготрайно съхранение;</a:t>
          </a:r>
        </a:p>
      </dgm:t>
    </dgm:pt>
    <dgm:pt modelId="{9BD6343F-AE00-4C56-84AA-FBB9B99EFB9F}" type="parTrans" cxnId="{0156BA46-4BCD-440B-ADF4-A8A3499D9C50}">
      <dgm:prSet/>
      <dgm:spPr/>
      <dgm:t>
        <a:bodyPr/>
        <a:lstStyle/>
        <a:p>
          <a:endParaRPr lang="en-US"/>
        </a:p>
      </dgm:t>
    </dgm:pt>
    <dgm:pt modelId="{C7A09783-9EF1-423A-B4D8-8D39550C8634}" type="sibTrans" cxnId="{0156BA46-4BCD-440B-ADF4-A8A3499D9C50}">
      <dgm:prSet/>
      <dgm:spPr/>
      <dgm:t>
        <a:bodyPr/>
        <a:lstStyle/>
        <a:p>
          <a:endParaRPr lang="en-US"/>
        </a:p>
      </dgm:t>
    </dgm:pt>
    <dgm:pt modelId="{A28307A3-DC37-47A5-B510-86CA4BF3B4D6}">
      <dgm:prSet/>
      <dgm:spPr/>
      <dgm:t>
        <a:bodyPr/>
        <a:lstStyle/>
        <a:p>
          <a:r>
            <a:rPr lang="en-US"/>
            <a:t>4) Входни устройства - клавиатура, мишка, скенер;</a:t>
          </a:r>
        </a:p>
      </dgm:t>
    </dgm:pt>
    <dgm:pt modelId="{AE6788AA-0775-4F1D-9134-21B3A0C8EEC5}" type="parTrans" cxnId="{F69ECF89-0DAB-49BE-8CA1-594C68A8EBC4}">
      <dgm:prSet/>
      <dgm:spPr/>
      <dgm:t>
        <a:bodyPr/>
        <a:lstStyle/>
        <a:p>
          <a:endParaRPr lang="en-US"/>
        </a:p>
      </dgm:t>
    </dgm:pt>
    <dgm:pt modelId="{3EB63955-F7C5-490B-9127-F4C5489C90CD}" type="sibTrans" cxnId="{F69ECF89-0DAB-49BE-8CA1-594C68A8EBC4}">
      <dgm:prSet/>
      <dgm:spPr/>
      <dgm:t>
        <a:bodyPr/>
        <a:lstStyle/>
        <a:p>
          <a:endParaRPr lang="en-US"/>
        </a:p>
      </dgm:t>
    </dgm:pt>
    <dgm:pt modelId="{E72679A7-E494-4C57-BF20-3F2554D9E029}">
      <dgm:prSet/>
      <dgm:spPr/>
      <dgm:t>
        <a:bodyPr/>
        <a:lstStyle/>
        <a:p>
          <a:r>
            <a:rPr lang="en-US"/>
            <a:t>5) Изходни устройства - монитор, принтер и др.</a:t>
          </a:r>
        </a:p>
      </dgm:t>
    </dgm:pt>
    <dgm:pt modelId="{737D3CE9-0659-4135-ABC1-7961BD1DECBC}" type="parTrans" cxnId="{C0AB3484-1738-4A23-92BD-4A41A25725DC}">
      <dgm:prSet/>
      <dgm:spPr/>
      <dgm:t>
        <a:bodyPr/>
        <a:lstStyle/>
        <a:p>
          <a:endParaRPr lang="en-US"/>
        </a:p>
      </dgm:t>
    </dgm:pt>
    <dgm:pt modelId="{E231E4C5-6172-48B5-9006-5F5BCA865D23}" type="sibTrans" cxnId="{C0AB3484-1738-4A23-92BD-4A41A25725DC}">
      <dgm:prSet/>
      <dgm:spPr/>
      <dgm:t>
        <a:bodyPr/>
        <a:lstStyle/>
        <a:p>
          <a:endParaRPr lang="en-US"/>
        </a:p>
      </dgm:t>
    </dgm:pt>
    <dgm:pt modelId="{F92FAA09-ECBA-43EF-A279-5118010EEB07}" type="pres">
      <dgm:prSet presAssocID="{9C271690-80BA-466F-B065-8B03F1CD9DA0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46CD621B-0BFC-4ED5-83E7-451CB124B9F7}" type="pres">
      <dgm:prSet presAssocID="{AAACF833-E99F-4A10-9563-52E9ABEF7A42}" presName="thickLine" presStyleLbl="alignNode1" presStyleIdx="0" presStyleCnt="5"/>
      <dgm:spPr/>
    </dgm:pt>
    <dgm:pt modelId="{A9F081D4-1B8D-4A72-AC6D-57F8349EE07E}" type="pres">
      <dgm:prSet presAssocID="{AAACF833-E99F-4A10-9563-52E9ABEF7A42}" presName="horz1" presStyleCnt="0"/>
      <dgm:spPr/>
    </dgm:pt>
    <dgm:pt modelId="{12E49CA8-A1A5-480B-898F-EE98C3843576}" type="pres">
      <dgm:prSet presAssocID="{AAACF833-E99F-4A10-9563-52E9ABEF7A42}" presName="tx1" presStyleLbl="revTx" presStyleIdx="0" presStyleCnt="5"/>
      <dgm:spPr/>
      <dgm:t>
        <a:bodyPr/>
        <a:lstStyle/>
        <a:p>
          <a:endParaRPr lang="en-US"/>
        </a:p>
      </dgm:t>
    </dgm:pt>
    <dgm:pt modelId="{2CBCF099-DFEF-4111-9558-C85FA170D887}" type="pres">
      <dgm:prSet presAssocID="{AAACF833-E99F-4A10-9563-52E9ABEF7A42}" presName="vert1" presStyleCnt="0"/>
      <dgm:spPr/>
    </dgm:pt>
    <dgm:pt modelId="{75AF79EF-AA99-4FD1-B717-E59125F2A20D}" type="pres">
      <dgm:prSet presAssocID="{E9D66ECD-7356-4AB8-9101-F7AA3B30433E}" presName="thickLine" presStyleLbl="alignNode1" presStyleIdx="1" presStyleCnt="5"/>
      <dgm:spPr/>
    </dgm:pt>
    <dgm:pt modelId="{A61DBFB7-8353-4F4C-B1CB-EF27643800A6}" type="pres">
      <dgm:prSet presAssocID="{E9D66ECD-7356-4AB8-9101-F7AA3B30433E}" presName="horz1" presStyleCnt="0"/>
      <dgm:spPr/>
    </dgm:pt>
    <dgm:pt modelId="{F16519A4-34B4-4343-8E64-3AEFDD96CF24}" type="pres">
      <dgm:prSet presAssocID="{E9D66ECD-7356-4AB8-9101-F7AA3B30433E}" presName="tx1" presStyleLbl="revTx" presStyleIdx="1" presStyleCnt="5"/>
      <dgm:spPr/>
      <dgm:t>
        <a:bodyPr/>
        <a:lstStyle/>
        <a:p>
          <a:endParaRPr lang="en-US"/>
        </a:p>
      </dgm:t>
    </dgm:pt>
    <dgm:pt modelId="{033793B7-B257-40AF-8D0D-99554D72ACB0}" type="pres">
      <dgm:prSet presAssocID="{E9D66ECD-7356-4AB8-9101-F7AA3B30433E}" presName="vert1" presStyleCnt="0"/>
      <dgm:spPr/>
    </dgm:pt>
    <dgm:pt modelId="{062256DD-917A-41AD-91D5-F0788AAEA102}" type="pres">
      <dgm:prSet presAssocID="{E43FBCAC-6035-49C3-B2DD-6F6BFA7B8802}" presName="thickLine" presStyleLbl="alignNode1" presStyleIdx="2" presStyleCnt="5"/>
      <dgm:spPr/>
    </dgm:pt>
    <dgm:pt modelId="{F6701105-1B74-478B-BD37-6405F567B583}" type="pres">
      <dgm:prSet presAssocID="{E43FBCAC-6035-49C3-B2DD-6F6BFA7B8802}" presName="horz1" presStyleCnt="0"/>
      <dgm:spPr/>
    </dgm:pt>
    <dgm:pt modelId="{375E4D50-314D-4740-84F3-6C7087787FC8}" type="pres">
      <dgm:prSet presAssocID="{E43FBCAC-6035-49C3-B2DD-6F6BFA7B8802}" presName="tx1" presStyleLbl="revTx" presStyleIdx="2" presStyleCnt="5"/>
      <dgm:spPr/>
      <dgm:t>
        <a:bodyPr/>
        <a:lstStyle/>
        <a:p>
          <a:endParaRPr lang="en-US"/>
        </a:p>
      </dgm:t>
    </dgm:pt>
    <dgm:pt modelId="{E41BAC2B-0D07-4D56-99C3-F16DC8198DE0}" type="pres">
      <dgm:prSet presAssocID="{E43FBCAC-6035-49C3-B2DD-6F6BFA7B8802}" presName="vert1" presStyleCnt="0"/>
      <dgm:spPr/>
    </dgm:pt>
    <dgm:pt modelId="{C2018414-F92B-4FF6-82FA-9626337F13BC}" type="pres">
      <dgm:prSet presAssocID="{A28307A3-DC37-47A5-B510-86CA4BF3B4D6}" presName="thickLine" presStyleLbl="alignNode1" presStyleIdx="3" presStyleCnt="5"/>
      <dgm:spPr/>
    </dgm:pt>
    <dgm:pt modelId="{371BEC0A-5DCB-4F07-BDA1-87B71D9CBF9E}" type="pres">
      <dgm:prSet presAssocID="{A28307A3-DC37-47A5-B510-86CA4BF3B4D6}" presName="horz1" presStyleCnt="0"/>
      <dgm:spPr/>
    </dgm:pt>
    <dgm:pt modelId="{B54240CF-A494-4857-9CE0-7DB549C5BB6A}" type="pres">
      <dgm:prSet presAssocID="{A28307A3-DC37-47A5-B510-86CA4BF3B4D6}" presName="tx1" presStyleLbl="revTx" presStyleIdx="3" presStyleCnt="5"/>
      <dgm:spPr/>
      <dgm:t>
        <a:bodyPr/>
        <a:lstStyle/>
        <a:p>
          <a:endParaRPr lang="en-US"/>
        </a:p>
      </dgm:t>
    </dgm:pt>
    <dgm:pt modelId="{13FF8A3D-4CFD-4CC4-9263-74309954E632}" type="pres">
      <dgm:prSet presAssocID="{A28307A3-DC37-47A5-B510-86CA4BF3B4D6}" presName="vert1" presStyleCnt="0"/>
      <dgm:spPr/>
    </dgm:pt>
    <dgm:pt modelId="{FD373469-0641-4E55-8B33-A79BC6E9DD77}" type="pres">
      <dgm:prSet presAssocID="{E72679A7-E494-4C57-BF20-3F2554D9E029}" presName="thickLine" presStyleLbl="alignNode1" presStyleIdx="4" presStyleCnt="5"/>
      <dgm:spPr/>
    </dgm:pt>
    <dgm:pt modelId="{06C10028-C6CC-4F71-8F29-F066F8C7449A}" type="pres">
      <dgm:prSet presAssocID="{E72679A7-E494-4C57-BF20-3F2554D9E029}" presName="horz1" presStyleCnt="0"/>
      <dgm:spPr/>
    </dgm:pt>
    <dgm:pt modelId="{90D1B6FE-00E7-4EE9-B736-72F3C124D57F}" type="pres">
      <dgm:prSet presAssocID="{E72679A7-E494-4C57-BF20-3F2554D9E029}" presName="tx1" presStyleLbl="revTx" presStyleIdx="4" presStyleCnt="5"/>
      <dgm:spPr/>
      <dgm:t>
        <a:bodyPr/>
        <a:lstStyle/>
        <a:p>
          <a:endParaRPr lang="en-US"/>
        </a:p>
      </dgm:t>
    </dgm:pt>
    <dgm:pt modelId="{9A07F28B-CD21-4578-820E-EBF9226ABE28}" type="pres">
      <dgm:prSet presAssocID="{E72679A7-E494-4C57-BF20-3F2554D9E029}" presName="vert1" presStyleCnt="0"/>
      <dgm:spPr/>
    </dgm:pt>
  </dgm:ptLst>
  <dgm:cxnLst>
    <dgm:cxn modelId="{26FE612E-083A-4653-BA0D-F7B859BB1C94}" type="presOf" srcId="{9C271690-80BA-466F-B065-8B03F1CD9DA0}" destId="{F92FAA09-ECBA-43EF-A279-5118010EEB07}" srcOrd="0" destOrd="0" presId="urn:microsoft.com/office/officeart/2008/layout/LinedList"/>
    <dgm:cxn modelId="{7C305E5C-46F5-4B93-B34B-1605E3200999}" type="presOf" srcId="{E72679A7-E494-4C57-BF20-3F2554D9E029}" destId="{90D1B6FE-00E7-4EE9-B736-72F3C124D57F}" srcOrd="0" destOrd="0" presId="urn:microsoft.com/office/officeart/2008/layout/LinedList"/>
    <dgm:cxn modelId="{3938A918-72E4-4920-923E-4A432D99F5B2}" type="presOf" srcId="{A28307A3-DC37-47A5-B510-86CA4BF3B4D6}" destId="{B54240CF-A494-4857-9CE0-7DB549C5BB6A}" srcOrd="0" destOrd="0" presId="urn:microsoft.com/office/officeart/2008/layout/LinedList"/>
    <dgm:cxn modelId="{EDD08740-B3EE-42EF-A220-EBE49E7D5E7D}" type="presOf" srcId="{E43FBCAC-6035-49C3-B2DD-6F6BFA7B8802}" destId="{375E4D50-314D-4740-84F3-6C7087787FC8}" srcOrd="0" destOrd="0" presId="urn:microsoft.com/office/officeart/2008/layout/LinedList"/>
    <dgm:cxn modelId="{F69ECF89-0DAB-49BE-8CA1-594C68A8EBC4}" srcId="{9C271690-80BA-466F-B065-8B03F1CD9DA0}" destId="{A28307A3-DC37-47A5-B510-86CA4BF3B4D6}" srcOrd="3" destOrd="0" parTransId="{AE6788AA-0775-4F1D-9134-21B3A0C8EEC5}" sibTransId="{3EB63955-F7C5-490B-9127-F4C5489C90CD}"/>
    <dgm:cxn modelId="{0156BA46-4BCD-440B-ADF4-A8A3499D9C50}" srcId="{9C271690-80BA-466F-B065-8B03F1CD9DA0}" destId="{E43FBCAC-6035-49C3-B2DD-6F6BFA7B8802}" srcOrd="2" destOrd="0" parTransId="{9BD6343F-AE00-4C56-84AA-FBB9B99EFB9F}" sibTransId="{C7A09783-9EF1-423A-B4D8-8D39550C8634}"/>
    <dgm:cxn modelId="{D1845FFA-F6BC-47BD-8E61-EFAAE67D9C36}" type="presOf" srcId="{E9D66ECD-7356-4AB8-9101-F7AA3B30433E}" destId="{F16519A4-34B4-4343-8E64-3AEFDD96CF24}" srcOrd="0" destOrd="0" presId="urn:microsoft.com/office/officeart/2008/layout/LinedList"/>
    <dgm:cxn modelId="{2768449A-A3C3-488A-9C57-A403BDB4D235}" srcId="{9C271690-80BA-466F-B065-8B03F1CD9DA0}" destId="{AAACF833-E99F-4A10-9563-52E9ABEF7A42}" srcOrd="0" destOrd="0" parTransId="{11CA23A6-83D9-40CF-9517-E633CA719B0E}" sibTransId="{6A2E71A0-1198-4E4C-8342-F62A980F22D1}"/>
    <dgm:cxn modelId="{C0AB3484-1738-4A23-92BD-4A41A25725DC}" srcId="{9C271690-80BA-466F-B065-8B03F1CD9DA0}" destId="{E72679A7-E494-4C57-BF20-3F2554D9E029}" srcOrd="4" destOrd="0" parTransId="{737D3CE9-0659-4135-ABC1-7961BD1DECBC}" sibTransId="{E231E4C5-6172-48B5-9006-5F5BCA865D23}"/>
    <dgm:cxn modelId="{2000A394-7154-47F5-8926-2F0215E8B1F2}" srcId="{9C271690-80BA-466F-B065-8B03F1CD9DA0}" destId="{E9D66ECD-7356-4AB8-9101-F7AA3B30433E}" srcOrd="1" destOrd="0" parTransId="{153C9B45-D7A1-4025-9D02-1D581A81BBB9}" sibTransId="{94BE1031-1B05-4419-B900-59B12884A51C}"/>
    <dgm:cxn modelId="{E087A852-DEC1-46A3-9473-DFEA7AC9B453}" type="presOf" srcId="{AAACF833-E99F-4A10-9563-52E9ABEF7A42}" destId="{12E49CA8-A1A5-480B-898F-EE98C3843576}" srcOrd="0" destOrd="0" presId="urn:microsoft.com/office/officeart/2008/layout/LinedList"/>
    <dgm:cxn modelId="{E359FE26-EE02-4323-B1B3-EF77A00EC4BF}" type="presParOf" srcId="{F92FAA09-ECBA-43EF-A279-5118010EEB07}" destId="{46CD621B-0BFC-4ED5-83E7-451CB124B9F7}" srcOrd="0" destOrd="0" presId="urn:microsoft.com/office/officeart/2008/layout/LinedList"/>
    <dgm:cxn modelId="{04D15B62-0367-4246-AD5D-A217B9BF8A53}" type="presParOf" srcId="{F92FAA09-ECBA-43EF-A279-5118010EEB07}" destId="{A9F081D4-1B8D-4A72-AC6D-57F8349EE07E}" srcOrd="1" destOrd="0" presId="urn:microsoft.com/office/officeart/2008/layout/LinedList"/>
    <dgm:cxn modelId="{172F7776-5E0C-48E6-8A6C-6BA4DC066AEA}" type="presParOf" srcId="{A9F081D4-1B8D-4A72-AC6D-57F8349EE07E}" destId="{12E49CA8-A1A5-480B-898F-EE98C3843576}" srcOrd="0" destOrd="0" presId="urn:microsoft.com/office/officeart/2008/layout/LinedList"/>
    <dgm:cxn modelId="{70BB5924-BC33-444A-B429-8DFB90BA1115}" type="presParOf" srcId="{A9F081D4-1B8D-4A72-AC6D-57F8349EE07E}" destId="{2CBCF099-DFEF-4111-9558-C85FA170D887}" srcOrd="1" destOrd="0" presId="urn:microsoft.com/office/officeart/2008/layout/LinedList"/>
    <dgm:cxn modelId="{6E0FE173-BCE9-44E8-B7F3-BB81CE486947}" type="presParOf" srcId="{F92FAA09-ECBA-43EF-A279-5118010EEB07}" destId="{75AF79EF-AA99-4FD1-B717-E59125F2A20D}" srcOrd="2" destOrd="0" presId="urn:microsoft.com/office/officeart/2008/layout/LinedList"/>
    <dgm:cxn modelId="{B8CFC74E-55D3-44F3-BE69-CF7468641F19}" type="presParOf" srcId="{F92FAA09-ECBA-43EF-A279-5118010EEB07}" destId="{A61DBFB7-8353-4F4C-B1CB-EF27643800A6}" srcOrd="3" destOrd="0" presId="urn:microsoft.com/office/officeart/2008/layout/LinedList"/>
    <dgm:cxn modelId="{6C2D8EAF-7884-491E-B2DC-1BDF96951635}" type="presParOf" srcId="{A61DBFB7-8353-4F4C-B1CB-EF27643800A6}" destId="{F16519A4-34B4-4343-8E64-3AEFDD96CF24}" srcOrd="0" destOrd="0" presId="urn:microsoft.com/office/officeart/2008/layout/LinedList"/>
    <dgm:cxn modelId="{63694675-17E0-4FF7-9DFE-F8EA4523768B}" type="presParOf" srcId="{A61DBFB7-8353-4F4C-B1CB-EF27643800A6}" destId="{033793B7-B257-40AF-8D0D-99554D72ACB0}" srcOrd="1" destOrd="0" presId="urn:microsoft.com/office/officeart/2008/layout/LinedList"/>
    <dgm:cxn modelId="{45EB1380-C423-4596-A642-D1CC88B3FBA8}" type="presParOf" srcId="{F92FAA09-ECBA-43EF-A279-5118010EEB07}" destId="{062256DD-917A-41AD-91D5-F0788AAEA102}" srcOrd="4" destOrd="0" presId="urn:microsoft.com/office/officeart/2008/layout/LinedList"/>
    <dgm:cxn modelId="{BD96AE26-C6B9-470C-A90B-30021532B4F6}" type="presParOf" srcId="{F92FAA09-ECBA-43EF-A279-5118010EEB07}" destId="{F6701105-1B74-478B-BD37-6405F567B583}" srcOrd="5" destOrd="0" presId="urn:microsoft.com/office/officeart/2008/layout/LinedList"/>
    <dgm:cxn modelId="{5F6C5781-960E-4D71-958C-940470613189}" type="presParOf" srcId="{F6701105-1B74-478B-BD37-6405F567B583}" destId="{375E4D50-314D-4740-84F3-6C7087787FC8}" srcOrd="0" destOrd="0" presId="urn:microsoft.com/office/officeart/2008/layout/LinedList"/>
    <dgm:cxn modelId="{14A8DBA5-392D-4A49-83AF-3FB4CDB08D8F}" type="presParOf" srcId="{F6701105-1B74-478B-BD37-6405F567B583}" destId="{E41BAC2B-0D07-4D56-99C3-F16DC8198DE0}" srcOrd="1" destOrd="0" presId="urn:microsoft.com/office/officeart/2008/layout/LinedList"/>
    <dgm:cxn modelId="{6EFE8F71-4EC8-4168-9A95-081817CB393C}" type="presParOf" srcId="{F92FAA09-ECBA-43EF-A279-5118010EEB07}" destId="{C2018414-F92B-4FF6-82FA-9626337F13BC}" srcOrd="6" destOrd="0" presId="urn:microsoft.com/office/officeart/2008/layout/LinedList"/>
    <dgm:cxn modelId="{CC6A8FAC-39C6-4A0B-8BFD-C8F1155ECA7C}" type="presParOf" srcId="{F92FAA09-ECBA-43EF-A279-5118010EEB07}" destId="{371BEC0A-5DCB-4F07-BDA1-87B71D9CBF9E}" srcOrd="7" destOrd="0" presId="urn:microsoft.com/office/officeart/2008/layout/LinedList"/>
    <dgm:cxn modelId="{2C1B9C19-0FC4-45A1-A3AC-BEFB0D606012}" type="presParOf" srcId="{371BEC0A-5DCB-4F07-BDA1-87B71D9CBF9E}" destId="{B54240CF-A494-4857-9CE0-7DB549C5BB6A}" srcOrd="0" destOrd="0" presId="urn:microsoft.com/office/officeart/2008/layout/LinedList"/>
    <dgm:cxn modelId="{BBE73953-6B9E-4661-83E1-EA18F1E17139}" type="presParOf" srcId="{371BEC0A-5DCB-4F07-BDA1-87B71D9CBF9E}" destId="{13FF8A3D-4CFD-4CC4-9263-74309954E632}" srcOrd="1" destOrd="0" presId="urn:microsoft.com/office/officeart/2008/layout/LinedList"/>
    <dgm:cxn modelId="{8AEC934C-7BB1-4B66-B635-2D5AD9A67DFD}" type="presParOf" srcId="{F92FAA09-ECBA-43EF-A279-5118010EEB07}" destId="{FD373469-0641-4E55-8B33-A79BC6E9DD77}" srcOrd="8" destOrd="0" presId="urn:microsoft.com/office/officeart/2008/layout/LinedList"/>
    <dgm:cxn modelId="{45CB8E9D-090F-4435-8D48-3F4E41BA0F7D}" type="presParOf" srcId="{F92FAA09-ECBA-43EF-A279-5118010EEB07}" destId="{06C10028-C6CC-4F71-8F29-F066F8C7449A}" srcOrd="9" destOrd="0" presId="urn:microsoft.com/office/officeart/2008/layout/LinedList"/>
    <dgm:cxn modelId="{86F854A7-C280-4146-8738-892352DCA7CB}" type="presParOf" srcId="{06C10028-C6CC-4F71-8F29-F066F8C7449A}" destId="{90D1B6FE-00E7-4EE9-B736-72F3C124D57F}" srcOrd="0" destOrd="0" presId="urn:microsoft.com/office/officeart/2008/layout/LinedList"/>
    <dgm:cxn modelId="{71FB4E5E-E836-45F3-B83C-FC84D1A77A38}" type="presParOf" srcId="{06C10028-C6CC-4F71-8F29-F066F8C7449A}" destId="{9A07F28B-CD21-4578-820E-EBF9226ABE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C8D865-99C1-491B-B59B-F5B15DE98A0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BCB5CF3-F2A2-4ACF-80DF-713F7A8B68B4}">
      <dgm:prSet/>
      <dgm:spPr/>
      <dgm:t>
        <a:bodyPr/>
        <a:lstStyle/>
        <a:p>
          <a:r>
            <a:rPr lang="en-US"/>
            <a:t>А) Настолни компютри;</a:t>
          </a:r>
        </a:p>
      </dgm:t>
    </dgm:pt>
    <dgm:pt modelId="{0500F027-5AB6-470C-9F08-A1FA67940384}" type="parTrans" cxnId="{91999FC2-1D04-4C6F-9856-1FCD99514D03}">
      <dgm:prSet/>
      <dgm:spPr/>
      <dgm:t>
        <a:bodyPr/>
        <a:lstStyle/>
        <a:p>
          <a:endParaRPr lang="en-US"/>
        </a:p>
      </dgm:t>
    </dgm:pt>
    <dgm:pt modelId="{F33A6752-626C-447A-9B03-344348FDD590}" type="sibTrans" cxnId="{91999FC2-1D04-4C6F-9856-1FCD99514D03}">
      <dgm:prSet/>
      <dgm:spPr/>
      <dgm:t>
        <a:bodyPr/>
        <a:lstStyle/>
        <a:p>
          <a:endParaRPr lang="en-US"/>
        </a:p>
      </dgm:t>
    </dgm:pt>
    <dgm:pt modelId="{0B041FB1-B965-4433-B746-9511228025B8}">
      <dgm:prSet/>
      <dgm:spPr/>
      <dgm:t>
        <a:bodyPr/>
        <a:lstStyle/>
        <a:p>
          <a:r>
            <a:rPr lang="en-US"/>
            <a:t>Б) Лаптопи;</a:t>
          </a:r>
        </a:p>
      </dgm:t>
    </dgm:pt>
    <dgm:pt modelId="{5F9B9E63-84DF-4A48-9017-E06556E4F7EB}" type="parTrans" cxnId="{C63BEFDB-CF9F-4F3E-ABD9-70796D3B17B3}">
      <dgm:prSet/>
      <dgm:spPr/>
      <dgm:t>
        <a:bodyPr/>
        <a:lstStyle/>
        <a:p>
          <a:endParaRPr lang="en-US"/>
        </a:p>
      </dgm:t>
    </dgm:pt>
    <dgm:pt modelId="{5C2A5ABB-3064-4BFB-870E-1D00A77AFF8B}" type="sibTrans" cxnId="{C63BEFDB-CF9F-4F3E-ABD9-70796D3B17B3}">
      <dgm:prSet/>
      <dgm:spPr/>
      <dgm:t>
        <a:bodyPr/>
        <a:lstStyle/>
        <a:p>
          <a:endParaRPr lang="en-US"/>
        </a:p>
      </dgm:t>
    </dgm:pt>
    <dgm:pt modelId="{F36A8228-F875-4F37-A364-2144C68475C2}">
      <dgm:prSet/>
      <dgm:spPr/>
      <dgm:t>
        <a:bodyPr/>
        <a:lstStyle/>
        <a:p>
          <a:r>
            <a:rPr lang="en-US"/>
            <a:t>В) Мобилни устройства;</a:t>
          </a:r>
        </a:p>
      </dgm:t>
    </dgm:pt>
    <dgm:pt modelId="{6842DD58-1A8D-45F0-9399-A7A3B2DD847D}" type="parTrans" cxnId="{5FE9CA6D-91BA-48A7-B1E7-B6B141EF0C0F}">
      <dgm:prSet/>
      <dgm:spPr/>
      <dgm:t>
        <a:bodyPr/>
        <a:lstStyle/>
        <a:p>
          <a:endParaRPr lang="en-US"/>
        </a:p>
      </dgm:t>
    </dgm:pt>
    <dgm:pt modelId="{DF93AFF0-A5F7-477A-9196-3692656C0C7E}" type="sibTrans" cxnId="{5FE9CA6D-91BA-48A7-B1E7-B6B141EF0C0F}">
      <dgm:prSet/>
      <dgm:spPr/>
      <dgm:t>
        <a:bodyPr/>
        <a:lstStyle/>
        <a:p>
          <a:endParaRPr lang="en-US"/>
        </a:p>
      </dgm:t>
    </dgm:pt>
    <dgm:pt modelId="{6FA518E9-62CF-45A0-A515-F6C110148EBB}">
      <dgm:prSet/>
      <dgm:spPr/>
      <dgm:t>
        <a:bodyPr/>
        <a:lstStyle/>
        <a:p>
          <a:r>
            <a:rPr lang="en-US"/>
            <a:t>Г) Сървъри;</a:t>
          </a:r>
        </a:p>
      </dgm:t>
    </dgm:pt>
    <dgm:pt modelId="{31E618B0-8F62-4F00-8526-F2474BF8E0F8}" type="parTrans" cxnId="{12C23BAA-E582-4DB9-87F2-D27BCDB21D10}">
      <dgm:prSet/>
      <dgm:spPr/>
      <dgm:t>
        <a:bodyPr/>
        <a:lstStyle/>
        <a:p>
          <a:endParaRPr lang="en-US"/>
        </a:p>
      </dgm:t>
    </dgm:pt>
    <dgm:pt modelId="{BA558F67-0430-4BA5-A6DD-C9C732E35106}" type="sibTrans" cxnId="{12C23BAA-E582-4DB9-87F2-D27BCDB21D10}">
      <dgm:prSet/>
      <dgm:spPr/>
      <dgm:t>
        <a:bodyPr/>
        <a:lstStyle/>
        <a:p>
          <a:endParaRPr lang="en-US"/>
        </a:p>
      </dgm:t>
    </dgm:pt>
    <dgm:pt modelId="{AC99FE0E-D363-48FF-9BFD-CBBBDD595187}">
      <dgm:prSet/>
      <dgm:spPr/>
      <dgm:t>
        <a:bodyPr/>
        <a:lstStyle/>
        <a:p>
          <a:r>
            <a:rPr lang="en-US"/>
            <a:t>Д) Облачни системи.</a:t>
          </a:r>
        </a:p>
      </dgm:t>
    </dgm:pt>
    <dgm:pt modelId="{29ED9439-00EC-4233-9BDA-8505CAFA99E3}" type="parTrans" cxnId="{77BAC5FF-462B-4313-8DE4-03C578D82202}">
      <dgm:prSet/>
      <dgm:spPr/>
      <dgm:t>
        <a:bodyPr/>
        <a:lstStyle/>
        <a:p>
          <a:endParaRPr lang="en-US"/>
        </a:p>
      </dgm:t>
    </dgm:pt>
    <dgm:pt modelId="{6DF2BEBB-432E-4154-8316-BDAE02BC7CAE}" type="sibTrans" cxnId="{77BAC5FF-462B-4313-8DE4-03C578D82202}">
      <dgm:prSet/>
      <dgm:spPr/>
      <dgm:t>
        <a:bodyPr/>
        <a:lstStyle/>
        <a:p>
          <a:endParaRPr lang="en-US"/>
        </a:p>
      </dgm:t>
    </dgm:pt>
    <dgm:pt modelId="{3EF69C2C-F813-4B5F-9685-661F146F077A}" type="pres">
      <dgm:prSet presAssocID="{76C8D865-99C1-491B-B59B-F5B15DE98A0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32A2CC6-E66A-4127-9185-BC53982C1CBD}" type="pres">
      <dgm:prSet presAssocID="{1BCB5CF3-F2A2-4ACF-80DF-713F7A8B68B4}" presName="parentLin" presStyleCnt="0"/>
      <dgm:spPr/>
    </dgm:pt>
    <dgm:pt modelId="{DE493EF0-BFA2-48ED-AFDD-6696D65552DA}" type="pres">
      <dgm:prSet presAssocID="{1BCB5CF3-F2A2-4ACF-80DF-713F7A8B68B4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D1A4B202-B299-4FF4-BF45-03ED56FEB1D8}" type="pres">
      <dgm:prSet presAssocID="{1BCB5CF3-F2A2-4ACF-80DF-713F7A8B68B4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25856A-E9FF-429E-96D0-5AA252043CD2}" type="pres">
      <dgm:prSet presAssocID="{1BCB5CF3-F2A2-4ACF-80DF-713F7A8B68B4}" presName="negativeSpace" presStyleCnt="0"/>
      <dgm:spPr/>
    </dgm:pt>
    <dgm:pt modelId="{6B61D42E-187F-41B0-BC06-BB7007574DDE}" type="pres">
      <dgm:prSet presAssocID="{1BCB5CF3-F2A2-4ACF-80DF-713F7A8B68B4}" presName="childText" presStyleLbl="conFgAcc1" presStyleIdx="0" presStyleCnt="5">
        <dgm:presLayoutVars>
          <dgm:bulletEnabled val="1"/>
        </dgm:presLayoutVars>
      </dgm:prSet>
      <dgm:spPr/>
    </dgm:pt>
    <dgm:pt modelId="{037C62E7-695A-40C5-9F54-CDC0A61DDBCB}" type="pres">
      <dgm:prSet presAssocID="{F33A6752-626C-447A-9B03-344348FDD590}" presName="spaceBetweenRectangles" presStyleCnt="0"/>
      <dgm:spPr/>
    </dgm:pt>
    <dgm:pt modelId="{97304497-B5F1-4E69-BBEE-F85E975B4140}" type="pres">
      <dgm:prSet presAssocID="{0B041FB1-B965-4433-B746-9511228025B8}" presName="parentLin" presStyleCnt="0"/>
      <dgm:spPr/>
    </dgm:pt>
    <dgm:pt modelId="{D24FEAA2-3CCD-48F4-A672-EC699884273A}" type="pres">
      <dgm:prSet presAssocID="{0B041FB1-B965-4433-B746-9511228025B8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9925F82A-239F-4B9D-A0A2-5DB82CB7C60A}" type="pres">
      <dgm:prSet presAssocID="{0B041FB1-B965-4433-B746-9511228025B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56F0FE-C1C3-4028-95C4-4706BFF36C4A}" type="pres">
      <dgm:prSet presAssocID="{0B041FB1-B965-4433-B746-9511228025B8}" presName="negativeSpace" presStyleCnt="0"/>
      <dgm:spPr/>
    </dgm:pt>
    <dgm:pt modelId="{F29D886F-DFC5-406A-8CA2-653A25F77E85}" type="pres">
      <dgm:prSet presAssocID="{0B041FB1-B965-4433-B746-9511228025B8}" presName="childText" presStyleLbl="conFgAcc1" presStyleIdx="1" presStyleCnt="5">
        <dgm:presLayoutVars>
          <dgm:bulletEnabled val="1"/>
        </dgm:presLayoutVars>
      </dgm:prSet>
      <dgm:spPr/>
    </dgm:pt>
    <dgm:pt modelId="{4F193BB8-F31D-4CC8-99CC-3385B913700B}" type="pres">
      <dgm:prSet presAssocID="{5C2A5ABB-3064-4BFB-870E-1D00A77AFF8B}" presName="spaceBetweenRectangles" presStyleCnt="0"/>
      <dgm:spPr/>
    </dgm:pt>
    <dgm:pt modelId="{11B36829-7997-4023-A589-152BE1BEA590}" type="pres">
      <dgm:prSet presAssocID="{F36A8228-F875-4F37-A364-2144C68475C2}" presName="parentLin" presStyleCnt="0"/>
      <dgm:spPr/>
    </dgm:pt>
    <dgm:pt modelId="{FF49F980-87E0-4616-9B95-8C19FDE46E0B}" type="pres">
      <dgm:prSet presAssocID="{F36A8228-F875-4F37-A364-2144C68475C2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D9B6C74B-BCD1-4CB1-BE91-8F944D40D609}" type="pres">
      <dgm:prSet presAssocID="{F36A8228-F875-4F37-A364-2144C68475C2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39EBAC-CBB8-42BA-8084-0E789B717C0C}" type="pres">
      <dgm:prSet presAssocID="{F36A8228-F875-4F37-A364-2144C68475C2}" presName="negativeSpace" presStyleCnt="0"/>
      <dgm:spPr/>
    </dgm:pt>
    <dgm:pt modelId="{6027FF89-9C7F-4B1E-B032-882824C664BB}" type="pres">
      <dgm:prSet presAssocID="{F36A8228-F875-4F37-A364-2144C68475C2}" presName="childText" presStyleLbl="conFgAcc1" presStyleIdx="2" presStyleCnt="5">
        <dgm:presLayoutVars>
          <dgm:bulletEnabled val="1"/>
        </dgm:presLayoutVars>
      </dgm:prSet>
      <dgm:spPr/>
    </dgm:pt>
    <dgm:pt modelId="{DEDFBE33-AE9D-42F1-9A2B-02DE9A7E186C}" type="pres">
      <dgm:prSet presAssocID="{DF93AFF0-A5F7-477A-9196-3692656C0C7E}" presName="spaceBetweenRectangles" presStyleCnt="0"/>
      <dgm:spPr/>
    </dgm:pt>
    <dgm:pt modelId="{0163C99E-4EA4-4026-819A-96487A1B82B6}" type="pres">
      <dgm:prSet presAssocID="{6FA518E9-62CF-45A0-A515-F6C110148EBB}" presName="parentLin" presStyleCnt="0"/>
      <dgm:spPr/>
    </dgm:pt>
    <dgm:pt modelId="{337915D6-94D2-4E43-AA1F-9D9EA6F3DC79}" type="pres">
      <dgm:prSet presAssocID="{6FA518E9-62CF-45A0-A515-F6C110148EBB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DD79C1C5-DF7B-4C1E-9A76-14E90D5CE55D}" type="pres">
      <dgm:prSet presAssocID="{6FA518E9-62CF-45A0-A515-F6C110148EBB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B5B874-060A-4E19-AF56-17EBB130E720}" type="pres">
      <dgm:prSet presAssocID="{6FA518E9-62CF-45A0-A515-F6C110148EBB}" presName="negativeSpace" presStyleCnt="0"/>
      <dgm:spPr/>
    </dgm:pt>
    <dgm:pt modelId="{D94AD672-52A4-446F-9B29-D231A45C1C0C}" type="pres">
      <dgm:prSet presAssocID="{6FA518E9-62CF-45A0-A515-F6C110148EBB}" presName="childText" presStyleLbl="conFgAcc1" presStyleIdx="3" presStyleCnt="5">
        <dgm:presLayoutVars>
          <dgm:bulletEnabled val="1"/>
        </dgm:presLayoutVars>
      </dgm:prSet>
      <dgm:spPr/>
    </dgm:pt>
    <dgm:pt modelId="{78B7E316-A094-42DB-A0E8-F1F8B4D79A26}" type="pres">
      <dgm:prSet presAssocID="{BA558F67-0430-4BA5-A6DD-C9C732E35106}" presName="spaceBetweenRectangles" presStyleCnt="0"/>
      <dgm:spPr/>
    </dgm:pt>
    <dgm:pt modelId="{7E0DA8DD-F3F1-40B9-B5AD-82C20B2033AC}" type="pres">
      <dgm:prSet presAssocID="{AC99FE0E-D363-48FF-9BFD-CBBBDD595187}" presName="parentLin" presStyleCnt="0"/>
      <dgm:spPr/>
    </dgm:pt>
    <dgm:pt modelId="{7A54CABC-4E1D-4978-AD4E-66BDF76F21A2}" type="pres">
      <dgm:prSet presAssocID="{AC99FE0E-D363-48FF-9BFD-CBBBDD595187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849EBDC4-F0BE-4188-AFFD-B3049AC616E3}" type="pres">
      <dgm:prSet presAssocID="{AC99FE0E-D363-48FF-9BFD-CBBBDD59518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C2BC68-E47B-4AFC-A542-018120F18003}" type="pres">
      <dgm:prSet presAssocID="{AC99FE0E-D363-48FF-9BFD-CBBBDD595187}" presName="negativeSpace" presStyleCnt="0"/>
      <dgm:spPr/>
    </dgm:pt>
    <dgm:pt modelId="{393FA49B-48FE-41C6-A8C5-832E29568A0E}" type="pres">
      <dgm:prSet presAssocID="{AC99FE0E-D363-48FF-9BFD-CBBBDD59518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2C23BAA-E582-4DB9-87F2-D27BCDB21D10}" srcId="{76C8D865-99C1-491B-B59B-F5B15DE98A0A}" destId="{6FA518E9-62CF-45A0-A515-F6C110148EBB}" srcOrd="3" destOrd="0" parTransId="{31E618B0-8F62-4F00-8526-F2474BF8E0F8}" sibTransId="{BA558F67-0430-4BA5-A6DD-C9C732E35106}"/>
    <dgm:cxn modelId="{C63BEFDB-CF9F-4F3E-ABD9-70796D3B17B3}" srcId="{76C8D865-99C1-491B-B59B-F5B15DE98A0A}" destId="{0B041FB1-B965-4433-B746-9511228025B8}" srcOrd="1" destOrd="0" parTransId="{5F9B9E63-84DF-4A48-9017-E06556E4F7EB}" sibTransId="{5C2A5ABB-3064-4BFB-870E-1D00A77AFF8B}"/>
    <dgm:cxn modelId="{70083D16-514A-4132-8463-27C797E307BA}" type="presOf" srcId="{1BCB5CF3-F2A2-4ACF-80DF-713F7A8B68B4}" destId="{D1A4B202-B299-4FF4-BF45-03ED56FEB1D8}" srcOrd="1" destOrd="0" presId="urn:microsoft.com/office/officeart/2005/8/layout/list1"/>
    <dgm:cxn modelId="{73145F3A-2ED4-4029-8F7E-D173C41A644A}" type="presOf" srcId="{F36A8228-F875-4F37-A364-2144C68475C2}" destId="{D9B6C74B-BCD1-4CB1-BE91-8F944D40D609}" srcOrd="1" destOrd="0" presId="urn:microsoft.com/office/officeart/2005/8/layout/list1"/>
    <dgm:cxn modelId="{157F2CD7-294C-4BCB-ABDF-6D2410D2B5B3}" type="presOf" srcId="{AC99FE0E-D363-48FF-9BFD-CBBBDD595187}" destId="{7A54CABC-4E1D-4978-AD4E-66BDF76F21A2}" srcOrd="0" destOrd="0" presId="urn:microsoft.com/office/officeart/2005/8/layout/list1"/>
    <dgm:cxn modelId="{F2CC5183-5017-4BC7-83E3-F5047421D42D}" type="presOf" srcId="{F36A8228-F875-4F37-A364-2144C68475C2}" destId="{FF49F980-87E0-4616-9B95-8C19FDE46E0B}" srcOrd="0" destOrd="0" presId="urn:microsoft.com/office/officeart/2005/8/layout/list1"/>
    <dgm:cxn modelId="{5FE9CA6D-91BA-48A7-B1E7-B6B141EF0C0F}" srcId="{76C8D865-99C1-491B-B59B-F5B15DE98A0A}" destId="{F36A8228-F875-4F37-A364-2144C68475C2}" srcOrd="2" destOrd="0" parTransId="{6842DD58-1A8D-45F0-9399-A7A3B2DD847D}" sibTransId="{DF93AFF0-A5F7-477A-9196-3692656C0C7E}"/>
    <dgm:cxn modelId="{3A012190-6457-4719-A610-3661144F77AD}" type="presOf" srcId="{0B041FB1-B965-4433-B746-9511228025B8}" destId="{9925F82A-239F-4B9D-A0A2-5DB82CB7C60A}" srcOrd="1" destOrd="0" presId="urn:microsoft.com/office/officeart/2005/8/layout/list1"/>
    <dgm:cxn modelId="{8436C093-AC26-4045-ABD5-4879452DEA75}" type="presOf" srcId="{6FA518E9-62CF-45A0-A515-F6C110148EBB}" destId="{DD79C1C5-DF7B-4C1E-9A76-14E90D5CE55D}" srcOrd="1" destOrd="0" presId="urn:microsoft.com/office/officeart/2005/8/layout/list1"/>
    <dgm:cxn modelId="{0019F674-CBE0-4530-BADB-C7600BD67D6F}" type="presOf" srcId="{AC99FE0E-D363-48FF-9BFD-CBBBDD595187}" destId="{849EBDC4-F0BE-4188-AFFD-B3049AC616E3}" srcOrd="1" destOrd="0" presId="urn:microsoft.com/office/officeart/2005/8/layout/list1"/>
    <dgm:cxn modelId="{69C1F0F1-06C5-430D-9F7B-9AF6B6ED11BC}" type="presOf" srcId="{6FA518E9-62CF-45A0-A515-F6C110148EBB}" destId="{337915D6-94D2-4E43-AA1F-9D9EA6F3DC79}" srcOrd="0" destOrd="0" presId="urn:microsoft.com/office/officeart/2005/8/layout/list1"/>
    <dgm:cxn modelId="{9A569284-93F2-46B9-AE3F-7896C01A3FF3}" type="presOf" srcId="{76C8D865-99C1-491B-B59B-F5B15DE98A0A}" destId="{3EF69C2C-F813-4B5F-9685-661F146F077A}" srcOrd="0" destOrd="0" presId="urn:microsoft.com/office/officeart/2005/8/layout/list1"/>
    <dgm:cxn modelId="{B041EDBD-6981-49FB-8FEB-97E0A3F2B67E}" type="presOf" srcId="{0B041FB1-B965-4433-B746-9511228025B8}" destId="{D24FEAA2-3CCD-48F4-A672-EC699884273A}" srcOrd="0" destOrd="0" presId="urn:microsoft.com/office/officeart/2005/8/layout/list1"/>
    <dgm:cxn modelId="{91999FC2-1D04-4C6F-9856-1FCD99514D03}" srcId="{76C8D865-99C1-491B-B59B-F5B15DE98A0A}" destId="{1BCB5CF3-F2A2-4ACF-80DF-713F7A8B68B4}" srcOrd="0" destOrd="0" parTransId="{0500F027-5AB6-470C-9F08-A1FA67940384}" sibTransId="{F33A6752-626C-447A-9B03-344348FDD590}"/>
    <dgm:cxn modelId="{49595FD8-EA3D-45D9-9B86-D98ED36C7B61}" type="presOf" srcId="{1BCB5CF3-F2A2-4ACF-80DF-713F7A8B68B4}" destId="{DE493EF0-BFA2-48ED-AFDD-6696D65552DA}" srcOrd="0" destOrd="0" presId="urn:microsoft.com/office/officeart/2005/8/layout/list1"/>
    <dgm:cxn modelId="{77BAC5FF-462B-4313-8DE4-03C578D82202}" srcId="{76C8D865-99C1-491B-B59B-F5B15DE98A0A}" destId="{AC99FE0E-D363-48FF-9BFD-CBBBDD595187}" srcOrd="4" destOrd="0" parTransId="{29ED9439-00EC-4233-9BDA-8505CAFA99E3}" sibTransId="{6DF2BEBB-432E-4154-8316-BDAE02BC7CAE}"/>
    <dgm:cxn modelId="{04206019-3A6A-485C-AC78-D9827BF1012D}" type="presParOf" srcId="{3EF69C2C-F813-4B5F-9685-661F146F077A}" destId="{D32A2CC6-E66A-4127-9185-BC53982C1CBD}" srcOrd="0" destOrd="0" presId="urn:microsoft.com/office/officeart/2005/8/layout/list1"/>
    <dgm:cxn modelId="{FD69D757-71BB-4743-9882-1CC7F909A1A0}" type="presParOf" srcId="{D32A2CC6-E66A-4127-9185-BC53982C1CBD}" destId="{DE493EF0-BFA2-48ED-AFDD-6696D65552DA}" srcOrd="0" destOrd="0" presId="urn:microsoft.com/office/officeart/2005/8/layout/list1"/>
    <dgm:cxn modelId="{0741E39C-8EEC-4E4B-9828-DBFA07138739}" type="presParOf" srcId="{D32A2CC6-E66A-4127-9185-BC53982C1CBD}" destId="{D1A4B202-B299-4FF4-BF45-03ED56FEB1D8}" srcOrd="1" destOrd="0" presId="urn:microsoft.com/office/officeart/2005/8/layout/list1"/>
    <dgm:cxn modelId="{CF48F8E0-296C-4205-AC5F-7F15E6BADF15}" type="presParOf" srcId="{3EF69C2C-F813-4B5F-9685-661F146F077A}" destId="{A325856A-E9FF-429E-96D0-5AA252043CD2}" srcOrd="1" destOrd="0" presId="urn:microsoft.com/office/officeart/2005/8/layout/list1"/>
    <dgm:cxn modelId="{C71A4064-66EB-408E-8898-48B17D3F2086}" type="presParOf" srcId="{3EF69C2C-F813-4B5F-9685-661F146F077A}" destId="{6B61D42E-187F-41B0-BC06-BB7007574DDE}" srcOrd="2" destOrd="0" presId="urn:microsoft.com/office/officeart/2005/8/layout/list1"/>
    <dgm:cxn modelId="{A60B553A-242D-440C-AF3C-0B90C51FB714}" type="presParOf" srcId="{3EF69C2C-F813-4B5F-9685-661F146F077A}" destId="{037C62E7-695A-40C5-9F54-CDC0A61DDBCB}" srcOrd="3" destOrd="0" presId="urn:microsoft.com/office/officeart/2005/8/layout/list1"/>
    <dgm:cxn modelId="{0BA545B8-578B-40E5-9646-8DB8224BAB4F}" type="presParOf" srcId="{3EF69C2C-F813-4B5F-9685-661F146F077A}" destId="{97304497-B5F1-4E69-BBEE-F85E975B4140}" srcOrd="4" destOrd="0" presId="urn:microsoft.com/office/officeart/2005/8/layout/list1"/>
    <dgm:cxn modelId="{BCFE4BF7-ED95-48BB-BA7C-894AE526264D}" type="presParOf" srcId="{97304497-B5F1-4E69-BBEE-F85E975B4140}" destId="{D24FEAA2-3CCD-48F4-A672-EC699884273A}" srcOrd="0" destOrd="0" presId="urn:microsoft.com/office/officeart/2005/8/layout/list1"/>
    <dgm:cxn modelId="{D1ED4197-D3B8-418F-BA2F-BE96D6D92852}" type="presParOf" srcId="{97304497-B5F1-4E69-BBEE-F85E975B4140}" destId="{9925F82A-239F-4B9D-A0A2-5DB82CB7C60A}" srcOrd="1" destOrd="0" presId="urn:microsoft.com/office/officeart/2005/8/layout/list1"/>
    <dgm:cxn modelId="{31F7109F-FCEF-4B14-A24E-359172C74D63}" type="presParOf" srcId="{3EF69C2C-F813-4B5F-9685-661F146F077A}" destId="{0D56F0FE-C1C3-4028-95C4-4706BFF36C4A}" srcOrd="5" destOrd="0" presId="urn:microsoft.com/office/officeart/2005/8/layout/list1"/>
    <dgm:cxn modelId="{249C090D-EE47-4476-B4FE-879A19B2E36D}" type="presParOf" srcId="{3EF69C2C-F813-4B5F-9685-661F146F077A}" destId="{F29D886F-DFC5-406A-8CA2-653A25F77E85}" srcOrd="6" destOrd="0" presId="urn:microsoft.com/office/officeart/2005/8/layout/list1"/>
    <dgm:cxn modelId="{6D214C12-6CB3-4C6C-A37E-A2EAA403300C}" type="presParOf" srcId="{3EF69C2C-F813-4B5F-9685-661F146F077A}" destId="{4F193BB8-F31D-4CC8-99CC-3385B913700B}" srcOrd="7" destOrd="0" presId="urn:microsoft.com/office/officeart/2005/8/layout/list1"/>
    <dgm:cxn modelId="{91293658-CA87-4D18-A5D0-D4478C896FA9}" type="presParOf" srcId="{3EF69C2C-F813-4B5F-9685-661F146F077A}" destId="{11B36829-7997-4023-A589-152BE1BEA590}" srcOrd="8" destOrd="0" presId="urn:microsoft.com/office/officeart/2005/8/layout/list1"/>
    <dgm:cxn modelId="{0304B30F-C2B4-43E9-AF0C-583E4B3E4EF6}" type="presParOf" srcId="{11B36829-7997-4023-A589-152BE1BEA590}" destId="{FF49F980-87E0-4616-9B95-8C19FDE46E0B}" srcOrd="0" destOrd="0" presId="urn:microsoft.com/office/officeart/2005/8/layout/list1"/>
    <dgm:cxn modelId="{2323069D-2F7D-4F24-B5AF-E9845D8A6638}" type="presParOf" srcId="{11B36829-7997-4023-A589-152BE1BEA590}" destId="{D9B6C74B-BCD1-4CB1-BE91-8F944D40D609}" srcOrd="1" destOrd="0" presId="urn:microsoft.com/office/officeart/2005/8/layout/list1"/>
    <dgm:cxn modelId="{BEDA36A2-78C9-4C05-AD60-154087882D44}" type="presParOf" srcId="{3EF69C2C-F813-4B5F-9685-661F146F077A}" destId="{DE39EBAC-CBB8-42BA-8084-0E789B717C0C}" srcOrd="9" destOrd="0" presId="urn:microsoft.com/office/officeart/2005/8/layout/list1"/>
    <dgm:cxn modelId="{2F87ECC1-191C-43A0-AADE-8094E6BB128A}" type="presParOf" srcId="{3EF69C2C-F813-4B5F-9685-661F146F077A}" destId="{6027FF89-9C7F-4B1E-B032-882824C664BB}" srcOrd="10" destOrd="0" presId="urn:microsoft.com/office/officeart/2005/8/layout/list1"/>
    <dgm:cxn modelId="{210A7CCA-A548-4EF1-8E08-1D55724B94F0}" type="presParOf" srcId="{3EF69C2C-F813-4B5F-9685-661F146F077A}" destId="{DEDFBE33-AE9D-42F1-9A2B-02DE9A7E186C}" srcOrd="11" destOrd="0" presId="urn:microsoft.com/office/officeart/2005/8/layout/list1"/>
    <dgm:cxn modelId="{91FD6F2A-8889-49E4-910C-9802610735E2}" type="presParOf" srcId="{3EF69C2C-F813-4B5F-9685-661F146F077A}" destId="{0163C99E-4EA4-4026-819A-96487A1B82B6}" srcOrd="12" destOrd="0" presId="urn:microsoft.com/office/officeart/2005/8/layout/list1"/>
    <dgm:cxn modelId="{13DD7057-2DFD-4308-813E-60E5B63FCC94}" type="presParOf" srcId="{0163C99E-4EA4-4026-819A-96487A1B82B6}" destId="{337915D6-94D2-4E43-AA1F-9D9EA6F3DC79}" srcOrd="0" destOrd="0" presId="urn:microsoft.com/office/officeart/2005/8/layout/list1"/>
    <dgm:cxn modelId="{77CB5D3D-BA0E-44AE-BE8F-BEA7618E5D86}" type="presParOf" srcId="{0163C99E-4EA4-4026-819A-96487A1B82B6}" destId="{DD79C1C5-DF7B-4C1E-9A76-14E90D5CE55D}" srcOrd="1" destOrd="0" presId="urn:microsoft.com/office/officeart/2005/8/layout/list1"/>
    <dgm:cxn modelId="{BDF3EE94-BFCB-4E69-8C9F-48892D03090D}" type="presParOf" srcId="{3EF69C2C-F813-4B5F-9685-661F146F077A}" destId="{41B5B874-060A-4E19-AF56-17EBB130E720}" srcOrd="13" destOrd="0" presId="urn:microsoft.com/office/officeart/2005/8/layout/list1"/>
    <dgm:cxn modelId="{A5F5A0D4-1D26-4EA0-B8C6-F9EE2D2E460C}" type="presParOf" srcId="{3EF69C2C-F813-4B5F-9685-661F146F077A}" destId="{D94AD672-52A4-446F-9B29-D231A45C1C0C}" srcOrd="14" destOrd="0" presId="urn:microsoft.com/office/officeart/2005/8/layout/list1"/>
    <dgm:cxn modelId="{A46D7179-7974-42A4-A286-797DC52FAF47}" type="presParOf" srcId="{3EF69C2C-F813-4B5F-9685-661F146F077A}" destId="{78B7E316-A094-42DB-A0E8-F1F8B4D79A26}" srcOrd="15" destOrd="0" presId="urn:microsoft.com/office/officeart/2005/8/layout/list1"/>
    <dgm:cxn modelId="{7BF69AD9-09BB-4379-B0E2-3DE3E4FB22F4}" type="presParOf" srcId="{3EF69C2C-F813-4B5F-9685-661F146F077A}" destId="{7E0DA8DD-F3F1-40B9-B5AD-82C20B2033AC}" srcOrd="16" destOrd="0" presId="urn:microsoft.com/office/officeart/2005/8/layout/list1"/>
    <dgm:cxn modelId="{754E997E-5FCF-4BFD-AAC3-248AAD240B06}" type="presParOf" srcId="{7E0DA8DD-F3F1-40B9-B5AD-82C20B2033AC}" destId="{7A54CABC-4E1D-4978-AD4E-66BDF76F21A2}" srcOrd="0" destOrd="0" presId="urn:microsoft.com/office/officeart/2005/8/layout/list1"/>
    <dgm:cxn modelId="{F726E9A6-E627-421D-A962-1841E8E19714}" type="presParOf" srcId="{7E0DA8DD-F3F1-40B9-B5AD-82C20B2033AC}" destId="{849EBDC4-F0BE-4188-AFFD-B3049AC616E3}" srcOrd="1" destOrd="0" presId="urn:microsoft.com/office/officeart/2005/8/layout/list1"/>
    <dgm:cxn modelId="{2D7F97DA-D94A-492B-8591-FF3E8EC640CC}" type="presParOf" srcId="{3EF69C2C-F813-4B5F-9685-661F146F077A}" destId="{96C2BC68-E47B-4AFC-A542-018120F18003}" srcOrd="17" destOrd="0" presId="urn:microsoft.com/office/officeart/2005/8/layout/list1"/>
    <dgm:cxn modelId="{647093CA-EDC8-47EE-801B-49D8C85DE3A2}" type="presParOf" srcId="{3EF69C2C-F813-4B5F-9685-661F146F077A}" destId="{393FA49B-48FE-41C6-A8C5-832E29568A0E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DE8CB7-E30A-4861-AD91-220F246A774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E771952-DBC5-4CEB-A0A6-912EF4E2312F}">
      <dgm:prSet/>
      <dgm:spPr/>
      <dgm:t>
        <a:bodyPr/>
        <a:lstStyle/>
        <a:p>
          <a:r>
            <a:rPr lang="en-US"/>
            <a:t>А) Суперкомпютри - за сложни изчисления;</a:t>
          </a:r>
        </a:p>
      </dgm:t>
    </dgm:pt>
    <dgm:pt modelId="{FBA0EB2D-0F37-4266-9D83-AA9152BBDD22}" type="parTrans" cxnId="{45F0E231-005B-4137-9E5C-45A48893B073}">
      <dgm:prSet/>
      <dgm:spPr/>
      <dgm:t>
        <a:bodyPr/>
        <a:lstStyle/>
        <a:p>
          <a:endParaRPr lang="en-US"/>
        </a:p>
      </dgm:t>
    </dgm:pt>
    <dgm:pt modelId="{F7034EA3-AEEB-49F7-88C4-925EAA475508}" type="sibTrans" cxnId="{45F0E231-005B-4137-9E5C-45A48893B073}">
      <dgm:prSet/>
      <dgm:spPr/>
      <dgm:t>
        <a:bodyPr/>
        <a:lstStyle/>
        <a:p>
          <a:endParaRPr lang="en-US"/>
        </a:p>
      </dgm:t>
    </dgm:pt>
    <dgm:pt modelId="{36191B32-A97E-4EAA-8FBE-6CF7D3D97000}">
      <dgm:prSet/>
      <dgm:spPr/>
      <dgm:t>
        <a:bodyPr/>
        <a:lstStyle/>
        <a:p>
          <a:r>
            <a:rPr lang="en-US"/>
            <a:t>Б) Квантови компютри - за изчисления с огромна скорост</a:t>
          </a:r>
        </a:p>
      </dgm:t>
    </dgm:pt>
    <dgm:pt modelId="{15B51E44-C9BF-4892-8D74-C85E6F3F41D3}" type="parTrans" cxnId="{17AA593E-184B-4C1C-A03F-DD2BA3D22775}">
      <dgm:prSet/>
      <dgm:spPr/>
      <dgm:t>
        <a:bodyPr/>
        <a:lstStyle/>
        <a:p>
          <a:endParaRPr lang="en-US"/>
        </a:p>
      </dgm:t>
    </dgm:pt>
    <dgm:pt modelId="{5A5A3930-E459-4C21-B124-3DE03F38B867}" type="sibTrans" cxnId="{17AA593E-184B-4C1C-A03F-DD2BA3D22775}">
      <dgm:prSet/>
      <dgm:spPr/>
      <dgm:t>
        <a:bodyPr/>
        <a:lstStyle/>
        <a:p>
          <a:endParaRPr lang="en-US"/>
        </a:p>
      </dgm:t>
    </dgm:pt>
    <dgm:pt modelId="{FBE54860-8793-475C-B039-B194784C979A}">
      <dgm:prSet/>
      <dgm:spPr/>
      <dgm:t>
        <a:bodyPr/>
        <a:lstStyle/>
        <a:p>
          <a:r>
            <a:rPr lang="en-US"/>
            <a:t>Това е бъдещето на изчислителната техника.</a:t>
          </a:r>
        </a:p>
      </dgm:t>
    </dgm:pt>
    <dgm:pt modelId="{FDD51762-EBF2-43C7-9019-061239328CC5}" type="parTrans" cxnId="{E7EA5074-636E-4650-88A2-BFE0C4FAD455}">
      <dgm:prSet/>
      <dgm:spPr/>
      <dgm:t>
        <a:bodyPr/>
        <a:lstStyle/>
        <a:p>
          <a:endParaRPr lang="en-US"/>
        </a:p>
      </dgm:t>
    </dgm:pt>
    <dgm:pt modelId="{C45121C6-BDCE-4F6A-9695-C0EDAADBB010}" type="sibTrans" cxnId="{E7EA5074-636E-4650-88A2-BFE0C4FAD455}">
      <dgm:prSet/>
      <dgm:spPr/>
      <dgm:t>
        <a:bodyPr/>
        <a:lstStyle/>
        <a:p>
          <a:endParaRPr lang="en-US"/>
        </a:p>
      </dgm:t>
    </dgm:pt>
    <dgm:pt modelId="{73D8D82A-7BA5-4718-8767-DB8F4B4CC146}" type="pres">
      <dgm:prSet presAssocID="{CDDE8CB7-E30A-4861-AD91-220F246A774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EA4FD3-A856-4B7A-8070-6148D836AE3D}" type="pres">
      <dgm:prSet presAssocID="{DE771952-DBC5-4CEB-A0A6-912EF4E2312F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8D8223-F1BF-4C73-93AE-60D05BBC4523}" type="pres">
      <dgm:prSet presAssocID="{F7034EA3-AEEB-49F7-88C4-925EAA475508}" presName="spacer" presStyleCnt="0"/>
      <dgm:spPr/>
    </dgm:pt>
    <dgm:pt modelId="{D14767BA-75A5-47A4-A2DD-5D9DD8FC61EE}" type="pres">
      <dgm:prSet presAssocID="{36191B32-A97E-4EAA-8FBE-6CF7D3D97000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11390E-CFBA-4579-A965-5BFEA7B37DF9}" type="pres">
      <dgm:prSet presAssocID="{5A5A3930-E459-4C21-B124-3DE03F38B867}" presName="spacer" presStyleCnt="0"/>
      <dgm:spPr/>
    </dgm:pt>
    <dgm:pt modelId="{89C9372E-CCD2-473C-AEB7-D5667475784A}" type="pres">
      <dgm:prSet presAssocID="{FBE54860-8793-475C-B039-B194784C979A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834C26A-D5E3-4238-894D-52902F2375D1}" type="presOf" srcId="{36191B32-A97E-4EAA-8FBE-6CF7D3D97000}" destId="{D14767BA-75A5-47A4-A2DD-5D9DD8FC61EE}" srcOrd="0" destOrd="0" presId="urn:microsoft.com/office/officeart/2005/8/layout/vList2"/>
    <dgm:cxn modelId="{0D7B74CC-007C-45CA-AA1E-03C3EF855327}" type="presOf" srcId="{FBE54860-8793-475C-B039-B194784C979A}" destId="{89C9372E-CCD2-473C-AEB7-D5667475784A}" srcOrd="0" destOrd="0" presId="urn:microsoft.com/office/officeart/2005/8/layout/vList2"/>
    <dgm:cxn modelId="{45F0E231-005B-4137-9E5C-45A48893B073}" srcId="{CDDE8CB7-E30A-4861-AD91-220F246A7744}" destId="{DE771952-DBC5-4CEB-A0A6-912EF4E2312F}" srcOrd="0" destOrd="0" parTransId="{FBA0EB2D-0F37-4266-9D83-AA9152BBDD22}" sibTransId="{F7034EA3-AEEB-49F7-88C4-925EAA475508}"/>
    <dgm:cxn modelId="{17AA593E-184B-4C1C-A03F-DD2BA3D22775}" srcId="{CDDE8CB7-E30A-4861-AD91-220F246A7744}" destId="{36191B32-A97E-4EAA-8FBE-6CF7D3D97000}" srcOrd="1" destOrd="0" parTransId="{15B51E44-C9BF-4892-8D74-C85E6F3F41D3}" sibTransId="{5A5A3930-E459-4C21-B124-3DE03F38B867}"/>
    <dgm:cxn modelId="{E7EA5074-636E-4650-88A2-BFE0C4FAD455}" srcId="{CDDE8CB7-E30A-4861-AD91-220F246A7744}" destId="{FBE54860-8793-475C-B039-B194784C979A}" srcOrd="2" destOrd="0" parTransId="{FDD51762-EBF2-43C7-9019-061239328CC5}" sibTransId="{C45121C6-BDCE-4F6A-9695-C0EDAADBB010}"/>
    <dgm:cxn modelId="{44B9EDA6-3C3A-469C-9114-979BFADBAD03}" type="presOf" srcId="{DE771952-DBC5-4CEB-A0A6-912EF4E2312F}" destId="{1EEA4FD3-A856-4B7A-8070-6148D836AE3D}" srcOrd="0" destOrd="0" presId="urn:microsoft.com/office/officeart/2005/8/layout/vList2"/>
    <dgm:cxn modelId="{DB773CF3-0006-4852-8D37-285D98755C45}" type="presOf" srcId="{CDDE8CB7-E30A-4861-AD91-220F246A7744}" destId="{73D8D82A-7BA5-4718-8767-DB8F4B4CC146}" srcOrd="0" destOrd="0" presId="urn:microsoft.com/office/officeart/2005/8/layout/vList2"/>
    <dgm:cxn modelId="{FA91ED8C-31F5-4B44-BA8A-9DF759BB3BF6}" type="presParOf" srcId="{73D8D82A-7BA5-4718-8767-DB8F4B4CC146}" destId="{1EEA4FD3-A856-4B7A-8070-6148D836AE3D}" srcOrd="0" destOrd="0" presId="urn:microsoft.com/office/officeart/2005/8/layout/vList2"/>
    <dgm:cxn modelId="{99A301C6-FFC3-40C8-BF1A-D1C960CE35B5}" type="presParOf" srcId="{73D8D82A-7BA5-4718-8767-DB8F4B4CC146}" destId="{238D8223-F1BF-4C73-93AE-60D05BBC4523}" srcOrd="1" destOrd="0" presId="urn:microsoft.com/office/officeart/2005/8/layout/vList2"/>
    <dgm:cxn modelId="{F71C95A9-E019-4099-B53D-80755B1A9F75}" type="presParOf" srcId="{73D8D82A-7BA5-4718-8767-DB8F4B4CC146}" destId="{D14767BA-75A5-47A4-A2DD-5D9DD8FC61EE}" srcOrd="2" destOrd="0" presId="urn:microsoft.com/office/officeart/2005/8/layout/vList2"/>
    <dgm:cxn modelId="{D122989A-8409-4F21-A005-5937F09B51B6}" type="presParOf" srcId="{73D8D82A-7BA5-4718-8767-DB8F4B4CC146}" destId="{1011390E-CFBA-4579-A965-5BFEA7B37DF9}" srcOrd="3" destOrd="0" presId="urn:microsoft.com/office/officeart/2005/8/layout/vList2"/>
    <dgm:cxn modelId="{585B4A7D-118F-42E3-BFFE-1378B9DBD4BC}" type="presParOf" srcId="{73D8D82A-7BA5-4718-8767-DB8F4B4CC146}" destId="{89C9372E-CCD2-473C-AEB7-D5667475784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77C83C-FEC9-4BED-9E7E-FCA67DF7F05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4D44E9-D2C7-4818-929F-5AED63CF9A81}">
      <dgm:prSet/>
      <dgm:spPr/>
      <dgm:t>
        <a:bodyPr/>
        <a:lstStyle/>
        <a:p>
          <a:r>
            <a:rPr lang="en-US"/>
            <a:t>Позволяват достъп до данни и програми през интернет - </a:t>
          </a:r>
        </a:p>
      </dgm:t>
    </dgm:pt>
    <dgm:pt modelId="{B1F57567-B024-4EE2-A1AC-D08EBF30085B}" type="parTrans" cxnId="{2FD64E0A-7ED6-4BBF-A3C6-2D12B739583D}">
      <dgm:prSet/>
      <dgm:spPr/>
      <dgm:t>
        <a:bodyPr/>
        <a:lstStyle/>
        <a:p>
          <a:endParaRPr lang="en-US"/>
        </a:p>
      </dgm:t>
    </dgm:pt>
    <dgm:pt modelId="{666B9EAA-1D27-4DE9-A7E5-002BD7C45067}" type="sibTrans" cxnId="{2FD64E0A-7ED6-4BBF-A3C6-2D12B739583D}">
      <dgm:prSet/>
      <dgm:spPr/>
      <dgm:t>
        <a:bodyPr/>
        <a:lstStyle/>
        <a:p>
          <a:endParaRPr lang="en-US"/>
        </a:p>
      </dgm:t>
    </dgm:pt>
    <dgm:pt modelId="{9FCD0484-6E40-431D-86E3-520AD674396D}">
      <dgm:prSet/>
      <dgm:spPr/>
      <dgm:t>
        <a:bodyPr/>
        <a:lstStyle/>
        <a:p>
          <a:r>
            <a:rPr lang="en-US"/>
            <a:t>Google Drive, OneDrive, iCloud</a:t>
          </a:r>
        </a:p>
      </dgm:t>
    </dgm:pt>
    <dgm:pt modelId="{7EBE82D4-64EC-43CE-93FC-379FC7F1AFA6}" type="parTrans" cxnId="{832F7A4B-E7BC-4920-BC77-2D0196BFF8C0}">
      <dgm:prSet/>
      <dgm:spPr/>
      <dgm:t>
        <a:bodyPr/>
        <a:lstStyle/>
        <a:p>
          <a:endParaRPr lang="en-US"/>
        </a:p>
      </dgm:t>
    </dgm:pt>
    <dgm:pt modelId="{CA432B73-5C7F-450C-B6AF-3AD371656531}" type="sibTrans" cxnId="{832F7A4B-E7BC-4920-BC77-2D0196BFF8C0}">
      <dgm:prSet/>
      <dgm:spPr/>
      <dgm:t>
        <a:bodyPr/>
        <a:lstStyle/>
        <a:p>
          <a:endParaRPr lang="en-US"/>
        </a:p>
      </dgm:t>
    </dgm:pt>
    <dgm:pt modelId="{B0BE99DE-DCAC-4494-9B16-AB3D71E92BC9}" type="pres">
      <dgm:prSet presAssocID="{FE77C83C-FEC9-4BED-9E7E-FCA67DF7F05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A93A9DA-37D0-458F-AFEA-AD6359FAE081}" type="pres">
      <dgm:prSet presAssocID="{934D44E9-D2C7-4818-929F-5AED63CF9A81}" presName="hierRoot1" presStyleCnt="0"/>
      <dgm:spPr/>
    </dgm:pt>
    <dgm:pt modelId="{90F9E166-2BE9-4973-824B-E092FD213E39}" type="pres">
      <dgm:prSet presAssocID="{934D44E9-D2C7-4818-929F-5AED63CF9A81}" presName="composite" presStyleCnt="0"/>
      <dgm:spPr/>
    </dgm:pt>
    <dgm:pt modelId="{192F84AC-D0A5-45EC-8D22-30B728B64AE0}" type="pres">
      <dgm:prSet presAssocID="{934D44E9-D2C7-4818-929F-5AED63CF9A81}" presName="background" presStyleLbl="node0" presStyleIdx="0" presStyleCnt="2"/>
      <dgm:spPr/>
    </dgm:pt>
    <dgm:pt modelId="{4AA03FAC-E348-4A95-BBC3-EA2D1A2B2126}" type="pres">
      <dgm:prSet presAssocID="{934D44E9-D2C7-4818-929F-5AED63CF9A81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60E5A4-C179-4A61-8167-1153F026DB95}" type="pres">
      <dgm:prSet presAssocID="{934D44E9-D2C7-4818-929F-5AED63CF9A81}" presName="hierChild2" presStyleCnt="0"/>
      <dgm:spPr/>
    </dgm:pt>
    <dgm:pt modelId="{C369184B-3527-4F24-BEF7-C5A462DE1935}" type="pres">
      <dgm:prSet presAssocID="{9FCD0484-6E40-431D-86E3-520AD674396D}" presName="hierRoot1" presStyleCnt="0"/>
      <dgm:spPr/>
    </dgm:pt>
    <dgm:pt modelId="{B9FAAE95-FA9B-45AA-A57E-28184459CE7B}" type="pres">
      <dgm:prSet presAssocID="{9FCD0484-6E40-431D-86E3-520AD674396D}" presName="composite" presStyleCnt="0"/>
      <dgm:spPr/>
    </dgm:pt>
    <dgm:pt modelId="{D5DDAF57-02C4-4489-BF07-D65BAE5F9F99}" type="pres">
      <dgm:prSet presAssocID="{9FCD0484-6E40-431D-86E3-520AD674396D}" presName="background" presStyleLbl="node0" presStyleIdx="1" presStyleCnt="2"/>
      <dgm:spPr/>
    </dgm:pt>
    <dgm:pt modelId="{7D0E6B6C-2D15-4547-998D-58AFCA9ED41B}" type="pres">
      <dgm:prSet presAssocID="{9FCD0484-6E40-431D-86E3-520AD674396D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70969F-141E-44C9-888E-F90E63F52EC0}" type="pres">
      <dgm:prSet presAssocID="{9FCD0484-6E40-431D-86E3-520AD674396D}" presName="hierChild2" presStyleCnt="0"/>
      <dgm:spPr/>
    </dgm:pt>
  </dgm:ptLst>
  <dgm:cxnLst>
    <dgm:cxn modelId="{9EF92F17-64CC-437B-86E3-D258E979AC19}" type="presOf" srcId="{934D44E9-D2C7-4818-929F-5AED63CF9A81}" destId="{4AA03FAC-E348-4A95-BBC3-EA2D1A2B2126}" srcOrd="0" destOrd="0" presId="urn:microsoft.com/office/officeart/2005/8/layout/hierarchy1"/>
    <dgm:cxn modelId="{832F7A4B-E7BC-4920-BC77-2D0196BFF8C0}" srcId="{FE77C83C-FEC9-4BED-9E7E-FCA67DF7F052}" destId="{9FCD0484-6E40-431D-86E3-520AD674396D}" srcOrd="1" destOrd="0" parTransId="{7EBE82D4-64EC-43CE-93FC-379FC7F1AFA6}" sibTransId="{CA432B73-5C7F-450C-B6AF-3AD371656531}"/>
    <dgm:cxn modelId="{83D86235-5B08-4E7A-8C38-902450015862}" type="presOf" srcId="{9FCD0484-6E40-431D-86E3-520AD674396D}" destId="{7D0E6B6C-2D15-4547-998D-58AFCA9ED41B}" srcOrd="0" destOrd="0" presId="urn:microsoft.com/office/officeart/2005/8/layout/hierarchy1"/>
    <dgm:cxn modelId="{77AE157A-D92A-4E0B-AFE4-6A1786E21914}" type="presOf" srcId="{FE77C83C-FEC9-4BED-9E7E-FCA67DF7F052}" destId="{B0BE99DE-DCAC-4494-9B16-AB3D71E92BC9}" srcOrd="0" destOrd="0" presId="urn:microsoft.com/office/officeart/2005/8/layout/hierarchy1"/>
    <dgm:cxn modelId="{2FD64E0A-7ED6-4BBF-A3C6-2D12B739583D}" srcId="{FE77C83C-FEC9-4BED-9E7E-FCA67DF7F052}" destId="{934D44E9-D2C7-4818-929F-5AED63CF9A81}" srcOrd="0" destOrd="0" parTransId="{B1F57567-B024-4EE2-A1AC-D08EBF30085B}" sibTransId="{666B9EAA-1D27-4DE9-A7E5-002BD7C45067}"/>
    <dgm:cxn modelId="{FB20CF5C-5034-4D5F-8DFB-819A144D0551}" type="presParOf" srcId="{B0BE99DE-DCAC-4494-9B16-AB3D71E92BC9}" destId="{FA93A9DA-37D0-458F-AFEA-AD6359FAE081}" srcOrd="0" destOrd="0" presId="urn:microsoft.com/office/officeart/2005/8/layout/hierarchy1"/>
    <dgm:cxn modelId="{4ADA34C9-723B-40DD-8B83-2EC1BDA4EB03}" type="presParOf" srcId="{FA93A9DA-37D0-458F-AFEA-AD6359FAE081}" destId="{90F9E166-2BE9-4973-824B-E092FD213E39}" srcOrd="0" destOrd="0" presId="urn:microsoft.com/office/officeart/2005/8/layout/hierarchy1"/>
    <dgm:cxn modelId="{B5FCD6BC-1D7A-473A-ACA0-FB2C34AF71EC}" type="presParOf" srcId="{90F9E166-2BE9-4973-824B-E092FD213E39}" destId="{192F84AC-D0A5-45EC-8D22-30B728B64AE0}" srcOrd="0" destOrd="0" presId="urn:microsoft.com/office/officeart/2005/8/layout/hierarchy1"/>
    <dgm:cxn modelId="{F338CCAE-0574-48C2-80B5-A7AFA0749D34}" type="presParOf" srcId="{90F9E166-2BE9-4973-824B-E092FD213E39}" destId="{4AA03FAC-E348-4A95-BBC3-EA2D1A2B2126}" srcOrd="1" destOrd="0" presId="urn:microsoft.com/office/officeart/2005/8/layout/hierarchy1"/>
    <dgm:cxn modelId="{D3C83FF4-3970-4BD0-8D14-B961DAA22085}" type="presParOf" srcId="{FA93A9DA-37D0-458F-AFEA-AD6359FAE081}" destId="{FB60E5A4-C179-4A61-8167-1153F026DB95}" srcOrd="1" destOrd="0" presId="urn:microsoft.com/office/officeart/2005/8/layout/hierarchy1"/>
    <dgm:cxn modelId="{5C014F09-B4D9-4273-8AFB-8BE1C0675088}" type="presParOf" srcId="{B0BE99DE-DCAC-4494-9B16-AB3D71E92BC9}" destId="{C369184B-3527-4F24-BEF7-C5A462DE1935}" srcOrd="1" destOrd="0" presId="urn:microsoft.com/office/officeart/2005/8/layout/hierarchy1"/>
    <dgm:cxn modelId="{E6E06E45-BE18-4419-A1C7-0418FB7A6B56}" type="presParOf" srcId="{C369184B-3527-4F24-BEF7-C5A462DE1935}" destId="{B9FAAE95-FA9B-45AA-A57E-28184459CE7B}" srcOrd="0" destOrd="0" presId="urn:microsoft.com/office/officeart/2005/8/layout/hierarchy1"/>
    <dgm:cxn modelId="{65E6D1DF-DE19-48B4-B60B-51EB5839355E}" type="presParOf" srcId="{B9FAAE95-FA9B-45AA-A57E-28184459CE7B}" destId="{D5DDAF57-02C4-4489-BF07-D65BAE5F9F99}" srcOrd="0" destOrd="0" presId="urn:microsoft.com/office/officeart/2005/8/layout/hierarchy1"/>
    <dgm:cxn modelId="{FA1A38DF-9492-4661-8060-BA1F7F5C2228}" type="presParOf" srcId="{B9FAAE95-FA9B-45AA-A57E-28184459CE7B}" destId="{7D0E6B6C-2D15-4547-998D-58AFCA9ED41B}" srcOrd="1" destOrd="0" presId="urn:microsoft.com/office/officeart/2005/8/layout/hierarchy1"/>
    <dgm:cxn modelId="{DDE87F3B-50AA-4619-A6A4-F9170384E460}" type="presParOf" srcId="{C369184B-3527-4F24-BEF7-C5A462DE1935}" destId="{2A70969F-141E-44C9-888E-F90E63F52E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E57216-FB84-4ADE-A7BB-183B67F0A231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7FA0A4-24BF-4385-922D-DCB43A7F2C47}">
      <dgm:prSet/>
      <dgm:spPr/>
      <dgm:t>
        <a:bodyPr/>
        <a:lstStyle/>
        <a:p>
          <a:r>
            <a:rPr lang="en-US"/>
            <a:t>Машини, които се учат и вземат решения. </a:t>
          </a:r>
        </a:p>
      </dgm:t>
    </dgm:pt>
    <dgm:pt modelId="{1C5EC221-B43B-4B97-B310-713815CE58C8}" type="parTrans" cxnId="{49A33864-FABC-4AD1-9ECE-190BFA589E81}">
      <dgm:prSet/>
      <dgm:spPr/>
      <dgm:t>
        <a:bodyPr/>
        <a:lstStyle/>
        <a:p>
          <a:endParaRPr lang="en-US"/>
        </a:p>
      </dgm:t>
    </dgm:pt>
    <dgm:pt modelId="{5EDFFEAA-3AFD-4EED-A9FD-CF29FF3FDF13}" type="sibTrans" cxnId="{49A33864-FABC-4AD1-9ECE-190BFA589E81}">
      <dgm:prSet/>
      <dgm:spPr/>
      <dgm:t>
        <a:bodyPr/>
        <a:lstStyle/>
        <a:p>
          <a:endParaRPr lang="en-US"/>
        </a:p>
      </dgm:t>
    </dgm:pt>
    <dgm:pt modelId="{88825F56-5695-49B4-AE38-AB0C0D802046}">
      <dgm:prSet/>
      <dgm:spPr/>
      <dgm:t>
        <a:bodyPr/>
        <a:lstStyle/>
        <a:p>
          <a:r>
            <a:rPr lang="en-US"/>
            <a:t>Използват се в:</a:t>
          </a:r>
        </a:p>
      </dgm:t>
    </dgm:pt>
    <dgm:pt modelId="{95287E40-33BD-4497-AC2C-0DA00E571FEE}" type="parTrans" cxnId="{FDD3DBA1-1574-4FEA-A32A-B7F16CB00080}">
      <dgm:prSet/>
      <dgm:spPr/>
      <dgm:t>
        <a:bodyPr/>
        <a:lstStyle/>
        <a:p>
          <a:endParaRPr lang="en-US"/>
        </a:p>
      </dgm:t>
    </dgm:pt>
    <dgm:pt modelId="{F2EB4E7D-B699-442B-AE31-B127AAEE1D85}" type="sibTrans" cxnId="{FDD3DBA1-1574-4FEA-A32A-B7F16CB00080}">
      <dgm:prSet/>
      <dgm:spPr/>
      <dgm:t>
        <a:bodyPr/>
        <a:lstStyle/>
        <a:p>
          <a:endParaRPr lang="en-US"/>
        </a:p>
      </dgm:t>
    </dgm:pt>
    <dgm:pt modelId="{18D751B6-96B2-4E2C-A3C2-B06A57AAA724}">
      <dgm:prSet/>
      <dgm:spPr/>
      <dgm:t>
        <a:bodyPr/>
        <a:lstStyle/>
        <a:p>
          <a:r>
            <a:rPr lang="en-US"/>
            <a:t>Гласови асистенти;</a:t>
          </a:r>
        </a:p>
      </dgm:t>
    </dgm:pt>
    <dgm:pt modelId="{D9B52C2D-CE37-4D75-BD0B-9F4BC2294047}" type="parTrans" cxnId="{536EF4F6-99BC-4641-BA3A-12024E0280C6}">
      <dgm:prSet/>
      <dgm:spPr/>
      <dgm:t>
        <a:bodyPr/>
        <a:lstStyle/>
        <a:p>
          <a:endParaRPr lang="en-US"/>
        </a:p>
      </dgm:t>
    </dgm:pt>
    <dgm:pt modelId="{17B48899-26E1-4A89-BEC4-CC9F8F011B4B}" type="sibTrans" cxnId="{536EF4F6-99BC-4641-BA3A-12024E0280C6}">
      <dgm:prSet/>
      <dgm:spPr/>
      <dgm:t>
        <a:bodyPr/>
        <a:lstStyle/>
        <a:p>
          <a:endParaRPr lang="en-US"/>
        </a:p>
      </dgm:t>
    </dgm:pt>
    <dgm:pt modelId="{C5867B0A-448F-4A4B-8AA7-7535F2C0801F}">
      <dgm:prSet/>
      <dgm:spPr/>
      <dgm:t>
        <a:bodyPr/>
        <a:lstStyle/>
        <a:p>
          <a:r>
            <a:rPr lang="en-US"/>
            <a:t>Автономни автомобили;</a:t>
          </a:r>
        </a:p>
      </dgm:t>
    </dgm:pt>
    <dgm:pt modelId="{703C3E8D-7C2D-451D-9EAD-7B3579C5FD57}" type="parTrans" cxnId="{9B430559-DDF6-4593-B29F-C4EC8C590444}">
      <dgm:prSet/>
      <dgm:spPr/>
      <dgm:t>
        <a:bodyPr/>
        <a:lstStyle/>
        <a:p>
          <a:endParaRPr lang="en-US"/>
        </a:p>
      </dgm:t>
    </dgm:pt>
    <dgm:pt modelId="{214398E7-2934-4937-BE81-47366235E1BD}" type="sibTrans" cxnId="{9B430559-DDF6-4593-B29F-C4EC8C590444}">
      <dgm:prSet/>
      <dgm:spPr/>
      <dgm:t>
        <a:bodyPr/>
        <a:lstStyle/>
        <a:p>
          <a:endParaRPr lang="en-US"/>
        </a:p>
      </dgm:t>
    </dgm:pt>
    <dgm:pt modelId="{9FFAB255-07D6-437D-83ED-C8EDE3528457}">
      <dgm:prSet/>
      <dgm:spPr/>
      <dgm:t>
        <a:bodyPr/>
        <a:lstStyle/>
        <a:p>
          <a:r>
            <a:rPr lang="en-US"/>
            <a:t>Анализ на данни и снимки</a:t>
          </a:r>
        </a:p>
      </dgm:t>
    </dgm:pt>
    <dgm:pt modelId="{6B0FCCDA-4626-4084-97BE-9EF0D74B5327}" type="parTrans" cxnId="{F3844EFF-9FE3-43B8-BE8C-AF900DE99BE9}">
      <dgm:prSet/>
      <dgm:spPr/>
      <dgm:t>
        <a:bodyPr/>
        <a:lstStyle/>
        <a:p>
          <a:endParaRPr lang="en-US"/>
        </a:p>
      </dgm:t>
    </dgm:pt>
    <dgm:pt modelId="{FC667F4D-251D-404E-99F3-54AC94ACED6C}" type="sibTrans" cxnId="{F3844EFF-9FE3-43B8-BE8C-AF900DE99BE9}">
      <dgm:prSet/>
      <dgm:spPr/>
      <dgm:t>
        <a:bodyPr/>
        <a:lstStyle/>
        <a:p>
          <a:endParaRPr lang="en-US"/>
        </a:p>
      </dgm:t>
    </dgm:pt>
    <dgm:pt modelId="{75A32BF6-341C-4CF7-8C5D-6B62C715D5E5}" type="pres">
      <dgm:prSet presAssocID="{11E57216-FB84-4ADE-A7BB-183B67F0A23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CFC978-DFD8-42BA-A5FF-1151D6705D9C}" type="pres">
      <dgm:prSet presAssocID="{9D7FA0A4-24BF-4385-922D-DCB43A7F2C47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2BF46B-C760-44C6-8F92-3A14E7D8229E}" type="pres">
      <dgm:prSet presAssocID="{5EDFFEAA-3AFD-4EED-A9FD-CF29FF3FDF13}" presName="sibTrans" presStyleCnt="0"/>
      <dgm:spPr/>
    </dgm:pt>
    <dgm:pt modelId="{5661F48F-207E-4E00-93DF-146E6828C280}" type="pres">
      <dgm:prSet presAssocID="{88825F56-5695-49B4-AE38-AB0C0D802046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9A0D9AB-88C1-4CC6-854E-7915D0311D68}" type="presOf" srcId="{C5867B0A-448F-4A4B-8AA7-7535F2C0801F}" destId="{5661F48F-207E-4E00-93DF-146E6828C280}" srcOrd="0" destOrd="2" presId="urn:microsoft.com/office/officeart/2005/8/layout/default"/>
    <dgm:cxn modelId="{C06BDC0D-1E07-435B-A8E6-1738C3B5456B}" type="presOf" srcId="{9FFAB255-07D6-437D-83ED-C8EDE3528457}" destId="{5661F48F-207E-4E00-93DF-146E6828C280}" srcOrd="0" destOrd="3" presId="urn:microsoft.com/office/officeart/2005/8/layout/default"/>
    <dgm:cxn modelId="{FDD3DBA1-1574-4FEA-A32A-B7F16CB00080}" srcId="{11E57216-FB84-4ADE-A7BB-183B67F0A231}" destId="{88825F56-5695-49B4-AE38-AB0C0D802046}" srcOrd="1" destOrd="0" parTransId="{95287E40-33BD-4497-AC2C-0DA00E571FEE}" sibTransId="{F2EB4E7D-B699-442B-AE31-B127AAEE1D85}"/>
    <dgm:cxn modelId="{E8C3B5B8-FADF-444E-93C1-59F848DD0143}" type="presOf" srcId="{9D7FA0A4-24BF-4385-922D-DCB43A7F2C47}" destId="{02CFC978-DFD8-42BA-A5FF-1151D6705D9C}" srcOrd="0" destOrd="0" presId="urn:microsoft.com/office/officeart/2005/8/layout/default"/>
    <dgm:cxn modelId="{5022DCE2-FE6E-4E7F-B47D-3792C085C50D}" type="presOf" srcId="{88825F56-5695-49B4-AE38-AB0C0D802046}" destId="{5661F48F-207E-4E00-93DF-146E6828C280}" srcOrd="0" destOrd="0" presId="urn:microsoft.com/office/officeart/2005/8/layout/default"/>
    <dgm:cxn modelId="{536EF4F6-99BC-4641-BA3A-12024E0280C6}" srcId="{88825F56-5695-49B4-AE38-AB0C0D802046}" destId="{18D751B6-96B2-4E2C-A3C2-B06A57AAA724}" srcOrd="0" destOrd="0" parTransId="{D9B52C2D-CE37-4D75-BD0B-9F4BC2294047}" sibTransId="{17B48899-26E1-4A89-BEC4-CC9F8F011B4B}"/>
    <dgm:cxn modelId="{E91689A0-2CD2-41E3-85A8-DC924D892D93}" type="presOf" srcId="{18D751B6-96B2-4E2C-A3C2-B06A57AAA724}" destId="{5661F48F-207E-4E00-93DF-146E6828C280}" srcOrd="0" destOrd="1" presId="urn:microsoft.com/office/officeart/2005/8/layout/default"/>
    <dgm:cxn modelId="{01172CFB-BEA3-463F-BE18-64BC071C1D1F}" type="presOf" srcId="{11E57216-FB84-4ADE-A7BB-183B67F0A231}" destId="{75A32BF6-341C-4CF7-8C5D-6B62C715D5E5}" srcOrd="0" destOrd="0" presId="urn:microsoft.com/office/officeart/2005/8/layout/default"/>
    <dgm:cxn modelId="{49A33864-FABC-4AD1-9ECE-190BFA589E81}" srcId="{11E57216-FB84-4ADE-A7BB-183B67F0A231}" destId="{9D7FA0A4-24BF-4385-922D-DCB43A7F2C47}" srcOrd="0" destOrd="0" parTransId="{1C5EC221-B43B-4B97-B310-713815CE58C8}" sibTransId="{5EDFFEAA-3AFD-4EED-A9FD-CF29FF3FDF13}"/>
    <dgm:cxn modelId="{F3844EFF-9FE3-43B8-BE8C-AF900DE99BE9}" srcId="{88825F56-5695-49B4-AE38-AB0C0D802046}" destId="{9FFAB255-07D6-437D-83ED-C8EDE3528457}" srcOrd="2" destOrd="0" parTransId="{6B0FCCDA-4626-4084-97BE-9EF0D74B5327}" sibTransId="{FC667F4D-251D-404E-99F3-54AC94ACED6C}"/>
    <dgm:cxn modelId="{9B430559-DDF6-4593-B29F-C4EC8C590444}" srcId="{88825F56-5695-49B4-AE38-AB0C0D802046}" destId="{C5867B0A-448F-4A4B-8AA7-7535F2C0801F}" srcOrd="1" destOrd="0" parTransId="{703C3E8D-7C2D-451D-9EAD-7B3579C5FD57}" sibTransId="{214398E7-2934-4937-BE81-47366235E1BD}"/>
    <dgm:cxn modelId="{B499C79A-475F-40DE-AFAC-9551EE36792F}" type="presParOf" srcId="{75A32BF6-341C-4CF7-8C5D-6B62C715D5E5}" destId="{02CFC978-DFD8-42BA-A5FF-1151D6705D9C}" srcOrd="0" destOrd="0" presId="urn:microsoft.com/office/officeart/2005/8/layout/default"/>
    <dgm:cxn modelId="{8ACBC6C8-A522-4D7C-84ED-18F0EDEABD87}" type="presParOf" srcId="{75A32BF6-341C-4CF7-8C5D-6B62C715D5E5}" destId="{4A2BF46B-C760-44C6-8F92-3A14E7D8229E}" srcOrd="1" destOrd="0" presId="urn:microsoft.com/office/officeart/2005/8/layout/default"/>
    <dgm:cxn modelId="{28FDE35C-F9E5-4BA3-937D-B1076AEA9A93}" type="presParOf" srcId="{75A32BF6-341C-4CF7-8C5D-6B62C715D5E5}" destId="{5661F48F-207E-4E00-93DF-146E6828C280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D1DBBF2-87CB-46A9-91AE-9B05A205C4F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2C8E20-AD5E-4BB4-90FC-34195C45AA66}">
      <dgm:prSet/>
      <dgm:spPr/>
      <dgm:t>
        <a:bodyPr/>
        <a:lstStyle/>
        <a:p>
          <a:r>
            <a:rPr lang="en-US"/>
            <a:t>Миниатюризация на компонентите</a:t>
          </a:r>
        </a:p>
      </dgm:t>
    </dgm:pt>
    <dgm:pt modelId="{A9A35BF6-4550-4FB4-BA22-2273A0BCBFAA}" type="parTrans" cxnId="{53FD0D8F-2D5F-4C70-B0EE-12CB79896E3A}">
      <dgm:prSet/>
      <dgm:spPr/>
      <dgm:t>
        <a:bodyPr/>
        <a:lstStyle/>
        <a:p>
          <a:endParaRPr lang="en-US"/>
        </a:p>
      </dgm:t>
    </dgm:pt>
    <dgm:pt modelId="{9B8DFA0D-C4E3-4F4E-AD25-2D972916781F}" type="sibTrans" cxnId="{53FD0D8F-2D5F-4C70-B0EE-12CB79896E3A}">
      <dgm:prSet/>
      <dgm:spPr/>
      <dgm:t>
        <a:bodyPr/>
        <a:lstStyle/>
        <a:p>
          <a:endParaRPr lang="en-US"/>
        </a:p>
      </dgm:t>
    </dgm:pt>
    <dgm:pt modelId="{DF8AF364-978B-4DB6-B7D2-AE5BBB1B12A0}">
      <dgm:prSet/>
      <dgm:spPr/>
      <dgm:t>
        <a:bodyPr/>
        <a:lstStyle/>
        <a:p>
          <a:r>
            <a:rPr lang="en-US"/>
            <a:t>Енергиина ефективност</a:t>
          </a:r>
        </a:p>
      </dgm:t>
    </dgm:pt>
    <dgm:pt modelId="{CC10694C-C9D7-48DF-9B68-C6BD2AB6E0FB}" type="parTrans" cxnId="{E77AA7F2-E8ED-4399-8B89-DD3599F52B80}">
      <dgm:prSet/>
      <dgm:spPr/>
      <dgm:t>
        <a:bodyPr/>
        <a:lstStyle/>
        <a:p>
          <a:endParaRPr lang="en-US"/>
        </a:p>
      </dgm:t>
    </dgm:pt>
    <dgm:pt modelId="{970BD330-A4D7-4F48-94A6-F07087CC3622}" type="sibTrans" cxnId="{E77AA7F2-E8ED-4399-8B89-DD3599F52B80}">
      <dgm:prSet/>
      <dgm:spPr/>
      <dgm:t>
        <a:bodyPr/>
        <a:lstStyle/>
        <a:p>
          <a:endParaRPr lang="en-US"/>
        </a:p>
      </dgm:t>
    </dgm:pt>
    <dgm:pt modelId="{45EE58ED-2F9A-467C-A8FD-8C5D573EC4C2}">
      <dgm:prSet/>
      <dgm:spPr/>
      <dgm:t>
        <a:bodyPr/>
        <a:lstStyle/>
        <a:p>
          <a:r>
            <a:rPr lang="en-US"/>
            <a:t>Виртуална и добавена реалност</a:t>
          </a:r>
        </a:p>
      </dgm:t>
    </dgm:pt>
    <dgm:pt modelId="{724BAB1C-040B-4575-9109-A91C40F164BA}" type="parTrans" cxnId="{A8608246-B6E0-4689-882B-142591CE6758}">
      <dgm:prSet/>
      <dgm:spPr/>
      <dgm:t>
        <a:bodyPr/>
        <a:lstStyle/>
        <a:p>
          <a:endParaRPr lang="en-US"/>
        </a:p>
      </dgm:t>
    </dgm:pt>
    <dgm:pt modelId="{3B7A5789-2DA2-4419-A574-6670112EE550}" type="sibTrans" cxnId="{A8608246-B6E0-4689-882B-142591CE6758}">
      <dgm:prSet/>
      <dgm:spPr/>
      <dgm:t>
        <a:bodyPr/>
        <a:lstStyle/>
        <a:p>
          <a:endParaRPr lang="en-US"/>
        </a:p>
      </dgm:t>
    </dgm:pt>
    <dgm:pt modelId="{C6197EA7-049C-453D-8712-D581E069B759}">
      <dgm:prSet/>
      <dgm:spPr/>
      <dgm:t>
        <a:bodyPr/>
        <a:lstStyle/>
        <a:p>
          <a:r>
            <a:rPr lang="en-US"/>
            <a:t>Интернет на нещата</a:t>
          </a:r>
        </a:p>
      </dgm:t>
    </dgm:pt>
    <dgm:pt modelId="{49A0F2B3-4CB2-45EA-A04C-5C21606F3F35}" type="parTrans" cxnId="{E830A3E9-6A08-4AA0-B32C-A4D8E578374F}">
      <dgm:prSet/>
      <dgm:spPr/>
      <dgm:t>
        <a:bodyPr/>
        <a:lstStyle/>
        <a:p>
          <a:endParaRPr lang="en-US"/>
        </a:p>
      </dgm:t>
    </dgm:pt>
    <dgm:pt modelId="{08BB36AC-1E12-407D-A1E5-785D1A1E6158}" type="sibTrans" cxnId="{E830A3E9-6A08-4AA0-B32C-A4D8E578374F}">
      <dgm:prSet/>
      <dgm:spPr/>
      <dgm:t>
        <a:bodyPr/>
        <a:lstStyle/>
        <a:p>
          <a:endParaRPr lang="en-US"/>
        </a:p>
      </dgm:t>
    </dgm:pt>
    <dgm:pt modelId="{B28C6368-177A-4D14-83F0-473090F5AAE6}" type="pres">
      <dgm:prSet presAssocID="{CD1DBBF2-87CB-46A9-91AE-9B05A205C4F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A899C23-5BD9-4886-AE65-7EC6D4AEC153}" type="pres">
      <dgm:prSet presAssocID="{DB2C8E20-AD5E-4BB4-90FC-34195C45AA6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EA4FEB-5E96-4A23-8355-9AFB30788A78}" type="pres">
      <dgm:prSet presAssocID="{9B8DFA0D-C4E3-4F4E-AD25-2D972916781F}" presName="spacer" presStyleCnt="0"/>
      <dgm:spPr/>
    </dgm:pt>
    <dgm:pt modelId="{99B525B5-63FE-41F7-8FD3-EA8834081945}" type="pres">
      <dgm:prSet presAssocID="{DF8AF364-978B-4DB6-B7D2-AE5BBB1B12A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66927D-0220-4AEC-A06E-6D54A31E229F}" type="pres">
      <dgm:prSet presAssocID="{970BD330-A4D7-4F48-94A6-F07087CC3622}" presName="spacer" presStyleCnt="0"/>
      <dgm:spPr/>
    </dgm:pt>
    <dgm:pt modelId="{F7952D7B-8A81-4A41-B092-2EDC430F0856}" type="pres">
      <dgm:prSet presAssocID="{45EE58ED-2F9A-467C-A8FD-8C5D573EC4C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B5401D-CAE1-4305-A1CF-5B694E7853E2}" type="pres">
      <dgm:prSet presAssocID="{3B7A5789-2DA2-4419-A574-6670112EE550}" presName="spacer" presStyleCnt="0"/>
      <dgm:spPr/>
    </dgm:pt>
    <dgm:pt modelId="{D33056C5-E2A3-4E32-B341-34BAE87EBBD9}" type="pres">
      <dgm:prSet presAssocID="{C6197EA7-049C-453D-8712-D581E069B75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FD0D8F-2D5F-4C70-B0EE-12CB79896E3A}" srcId="{CD1DBBF2-87CB-46A9-91AE-9B05A205C4F9}" destId="{DB2C8E20-AD5E-4BB4-90FC-34195C45AA66}" srcOrd="0" destOrd="0" parTransId="{A9A35BF6-4550-4FB4-BA22-2273A0BCBFAA}" sibTransId="{9B8DFA0D-C4E3-4F4E-AD25-2D972916781F}"/>
    <dgm:cxn modelId="{E77AA7F2-E8ED-4399-8B89-DD3599F52B80}" srcId="{CD1DBBF2-87CB-46A9-91AE-9B05A205C4F9}" destId="{DF8AF364-978B-4DB6-B7D2-AE5BBB1B12A0}" srcOrd="1" destOrd="0" parTransId="{CC10694C-C9D7-48DF-9B68-C6BD2AB6E0FB}" sibTransId="{970BD330-A4D7-4F48-94A6-F07087CC3622}"/>
    <dgm:cxn modelId="{9ADBB769-ADF3-48E9-8A98-6F1E46E5C6C3}" type="presOf" srcId="{CD1DBBF2-87CB-46A9-91AE-9B05A205C4F9}" destId="{B28C6368-177A-4D14-83F0-473090F5AAE6}" srcOrd="0" destOrd="0" presId="urn:microsoft.com/office/officeart/2005/8/layout/vList2"/>
    <dgm:cxn modelId="{71F26B58-0970-4972-9D28-2AF2671D9EC8}" type="presOf" srcId="{DF8AF364-978B-4DB6-B7D2-AE5BBB1B12A0}" destId="{99B525B5-63FE-41F7-8FD3-EA8834081945}" srcOrd="0" destOrd="0" presId="urn:microsoft.com/office/officeart/2005/8/layout/vList2"/>
    <dgm:cxn modelId="{F2C28BAF-ECD3-420A-87B9-DDAF8C985ADA}" type="presOf" srcId="{DB2C8E20-AD5E-4BB4-90FC-34195C45AA66}" destId="{6A899C23-5BD9-4886-AE65-7EC6D4AEC153}" srcOrd="0" destOrd="0" presId="urn:microsoft.com/office/officeart/2005/8/layout/vList2"/>
    <dgm:cxn modelId="{E830A3E9-6A08-4AA0-B32C-A4D8E578374F}" srcId="{CD1DBBF2-87CB-46A9-91AE-9B05A205C4F9}" destId="{C6197EA7-049C-453D-8712-D581E069B759}" srcOrd="3" destOrd="0" parTransId="{49A0F2B3-4CB2-45EA-A04C-5C21606F3F35}" sibTransId="{08BB36AC-1E12-407D-A1E5-785D1A1E6158}"/>
    <dgm:cxn modelId="{347E0487-EF02-4D87-8B27-DF6AEAF60446}" type="presOf" srcId="{C6197EA7-049C-453D-8712-D581E069B759}" destId="{D33056C5-E2A3-4E32-B341-34BAE87EBBD9}" srcOrd="0" destOrd="0" presId="urn:microsoft.com/office/officeart/2005/8/layout/vList2"/>
    <dgm:cxn modelId="{A8608246-B6E0-4689-882B-142591CE6758}" srcId="{CD1DBBF2-87CB-46A9-91AE-9B05A205C4F9}" destId="{45EE58ED-2F9A-467C-A8FD-8C5D573EC4C2}" srcOrd="2" destOrd="0" parTransId="{724BAB1C-040B-4575-9109-A91C40F164BA}" sibTransId="{3B7A5789-2DA2-4419-A574-6670112EE550}"/>
    <dgm:cxn modelId="{04C5CB5F-EC76-469A-8142-E035FD05D3FB}" type="presOf" srcId="{45EE58ED-2F9A-467C-A8FD-8C5D573EC4C2}" destId="{F7952D7B-8A81-4A41-B092-2EDC430F0856}" srcOrd="0" destOrd="0" presId="urn:microsoft.com/office/officeart/2005/8/layout/vList2"/>
    <dgm:cxn modelId="{D94BE61F-1BB5-488F-9021-08631A1F3072}" type="presParOf" srcId="{B28C6368-177A-4D14-83F0-473090F5AAE6}" destId="{6A899C23-5BD9-4886-AE65-7EC6D4AEC153}" srcOrd="0" destOrd="0" presId="urn:microsoft.com/office/officeart/2005/8/layout/vList2"/>
    <dgm:cxn modelId="{B9BF9386-BA63-4DCF-A573-9E64937B8B8E}" type="presParOf" srcId="{B28C6368-177A-4D14-83F0-473090F5AAE6}" destId="{7FEA4FEB-5E96-4A23-8355-9AFB30788A78}" srcOrd="1" destOrd="0" presId="urn:microsoft.com/office/officeart/2005/8/layout/vList2"/>
    <dgm:cxn modelId="{B6FB5DDB-6980-4205-A6DA-62A1FE792996}" type="presParOf" srcId="{B28C6368-177A-4D14-83F0-473090F5AAE6}" destId="{99B525B5-63FE-41F7-8FD3-EA8834081945}" srcOrd="2" destOrd="0" presId="urn:microsoft.com/office/officeart/2005/8/layout/vList2"/>
    <dgm:cxn modelId="{C8648DA9-C4EB-4AEC-A361-C0707E4A344B}" type="presParOf" srcId="{B28C6368-177A-4D14-83F0-473090F5AAE6}" destId="{3966927D-0220-4AEC-A06E-6D54A31E229F}" srcOrd="3" destOrd="0" presId="urn:microsoft.com/office/officeart/2005/8/layout/vList2"/>
    <dgm:cxn modelId="{C3A46EF9-AA22-4FF7-81E8-B17CCCF3E014}" type="presParOf" srcId="{B28C6368-177A-4D14-83F0-473090F5AAE6}" destId="{F7952D7B-8A81-4A41-B092-2EDC430F0856}" srcOrd="4" destOrd="0" presId="urn:microsoft.com/office/officeart/2005/8/layout/vList2"/>
    <dgm:cxn modelId="{773ECFAD-A152-4BA4-922F-04A3A5B47C1C}" type="presParOf" srcId="{B28C6368-177A-4D14-83F0-473090F5AAE6}" destId="{D0B5401D-CAE1-4305-A1CF-5B694E7853E2}" srcOrd="5" destOrd="0" presId="urn:microsoft.com/office/officeart/2005/8/layout/vList2"/>
    <dgm:cxn modelId="{0B5129E6-96DB-4E6C-9421-5245F2FA6F2D}" type="presParOf" srcId="{B28C6368-177A-4D14-83F0-473090F5AAE6}" destId="{D33056C5-E2A3-4E32-B341-34BAE87EBBD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C6031F7-35ED-474B-B1B0-200D79F0C9E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BC7CB22-430B-4160-AB48-6D0C5EE7AE34}">
      <dgm:prSet/>
      <dgm:spPr/>
      <dgm:t>
        <a:bodyPr/>
        <a:lstStyle/>
        <a:p>
          <a:r>
            <a:rPr lang="en-US"/>
            <a:t>1) Улесняват комуникацията;</a:t>
          </a:r>
        </a:p>
      </dgm:t>
    </dgm:pt>
    <dgm:pt modelId="{194A0EDC-82FA-4EDC-BB43-46554F3073CA}" type="parTrans" cxnId="{A149E50D-B04C-4AB1-A891-CC56D63E6D80}">
      <dgm:prSet/>
      <dgm:spPr/>
      <dgm:t>
        <a:bodyPr/>
        <a:lstStyle/>
        <a:p>
          <a:endParaRPr lang="en-US"/>
        </a:p>
      </dgm:t>
    </dgm:pt>
    <dgm:pt modelId="{7FC248C3-AC38-4B6E-8A95-2A774168ECAD}" type="sibTrans" cxnId="{A149E50D-B04C-4AB1-A891-CC56D63E6D80}">
      <dgm:prSet/>
      <dgm:spPr/>
      <dgm:t>
        <a:bodyPr/>
        <a:lstStyle/>
        <a:p>
          <a:endParaRPr lang="en-US"/>
        </a:p>
      </dgm:t>
    </dgm:pt>
    <dgm:pt modelId="{A17696EB-C8B0-41CD-8811-BF1BD105E012}">
      <dgm:prSet/>
      <dgm:spPr/>
      <dgm:t>
        <a:bodyPr/>
        <a:lstStyle/>
        <a:p>
          <a:r>
            <a:rPr lang="en-US"/>
            <a:t>2) Подобряват здравеопазването</a:t>
          </a:r>
        </a:p>
      </dgm:t>
    </dgm:pt>
    <dgm:pt modelId="{45CA2A6B-A674-4A74-A382-C5977075474D}" type="parTrans" cxnId="{CF0CE902-03EE-4790-96A3-A21C22BCE661}">
      <dgm:prSet/>
      <dgm:spPr/>
      <dgm:t>
        <a:bodyPr/>
        <a:lstStyle/>
        <a:p>
          <a:endParaRPr lang="en-US"/>
        </a:p>
      </dgm:t>
    </dgm:pt>
    <dgm:pt modelId="{DC7C0C03-5B81-4A05-A282-9AA5B36E3709}" type="sibTrans" cxnId="{CF0CE902-03EE-4790-96A3-A21C22BCE661}">
      <dgm:prSet/>
      <dgm:spPr/>
      <dgm:t>
        <a:bodyPr/>
        <a:lstStyle/>
        <a:p>
          <a:endParaRPr lang="en-US"/>
        </a:p>
      </dgm:t>
    </dgm:pt>
    <dgm:pt modelId="{EC3EC7A0-2702-4A87-A468-E74E1C201936}">
      <dgm:prSet/>
      <dgm:spPr/>
      <dgm:t>
        <a:bodyPr/>
        <a:lstStyle/>
        <a:p>
          <a:r>
            <a:rPr lang="en-US"/>
            <a:t>3) Развиват науката и образованието</a:t>
          </a:r>
        </a:p>
      </dgm:t>
    </dgm:pt>
    <dgm:pt modelId="{931B90E1-8A01-4E44-99A7-73DF54006B04}" type="parTrans" cxnId="{33764799-38E7-44B4-9938-615348A475F6}">
      <dgm:prSet/>
      <dgm:spPr/>
      <dgm:t>
        <a:bodyPr/>
        <a:lstStyle/>
        <a:p>
          <a:endParaRPr lang="en-US"/>
        </a:p>
      </dgm:t>
    </dgm:pt>
    <dgm:pt modelId="{12119395-8B5B-46D2-B695-9A673046E0D4}" type="sibTrans" cxnId="{33764799-38E7-44B4-9938-615348A475F6}">
      <dgm:prSet/>
      <dgm:spPr/>
      <dgm:t>
        <a:bodyPr/>
        <a:lstStyle/>
        <a:p>
          <a:endParaRPr lang="en-US"/>
        </a:p>
      </dgm:t>
    </dgm:pt>
    <dgm:pt modelId="{29AF8E28-5862-4239-9F63-2FBC3B0DACC6}" type="pres">
      <dgm:prSet presAssocID="{EC6031F7-35ED-474B-B1B0-200D79F0C9E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D14E55-0FEE-497F-AB1F-A64C1D96D6E7}" type="pres">
      <dgm:prSet presAssocID="{ABC7CB22-430B-4160-AB48-6D0C5EE7AE3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4D8D58-C4B8-44EE-988A-8D3647FE614A}" type="pres">
      <dgm:prSet presAssocID="{7FC248C3-AC38-4B6E-8A95-2A774168ECAD}" presName="spacer" presStyleCnt="0"/>
      <dgm:spPr/>
    </dgm:pt>
    <dgm:pt modelId="{D70BBE61-6141-411D-98BF-CFE42FC5E388}" type="pres">
      <dgm:prSet presAssocID="{A17696EB-C8B0-41CD-8811-BF1BD105E012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5AD01C-20A7-4613-A4C2-00CA102E21D6}" type="pres">
      <dgm:prSet presAssocID="{DC7C0C03-5B81-4A05-A282-9AA5B36E3709}" presName="spacer" presStyleCnt="0"/>
      <dgm:spPr/>
    </dgm:pt>
    <dgm:pt modelId="{15D27B21-A1FE-46FF-A477-CFBDA9792595}" type="pres">
      <dgm:prSet presAssocID="{EC3EC7A0-2702-4A87-A468-E74E1C20193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0CE902-03EE-4790-96A3-A21C22BCE661}" srcId="{EC6031F7-35ED-474B-B1B0-200D79F0C9E2}" destId="{A17696EB-C8B0-41CD-8811-BF1BD105E012}" srcOrd="1" destOrd="0" parTransId="{45CA2A6B-A674-4A74-A382-C5977075474D}" sibTransId="{DC7C0C03-5B81-4A05-A282-9AA5B36E3709}"/>
    <dgm:cxn modelId="{248A2B37-27BD-4EA7-8B76-7B78B8D05410}" type="presOf" srcId="{A17696EB-C8B0-41CD-8811-BF1BD105E012}" destId="{D70BBE61-6141-411D-98BF-CFE42FC5E388}" srcOrd="0" destOrd="0" presId="urn:microsoft.com/office/officeart/2005/8/layout/vList2"/>
    <dgm:cxn modelId="{CDCAB161-CA7D-45CA-9315-1FA1D7228AE4}" type="presOf" srcId="{EC3EC7A0-2702-4A87-A468-E74E1C201936}" destId="{15D27B21-A1FE-46FF-A477-CFBDA9792595}" srcOrd="0" destOrd="0" presId="urn:microsoft.com/office/officeart/2005/8/layout/vList2"/>
    <dgm:cxn modelId="{02727AFE-05E7-4B25-A135-C0403BBA22F7}" type="presOf" srcId="{ABC7CB22-430B-4160-AB48-6D0C5EE7AE34}" destId="{C9D14E55-0FEE-497F-AB1F-A64C1D96D6E7}" srcOrd="0" destOrd="0" presId="urn:microsoft.com/office/officeart/2005/8/layout/vList2"/>
    <dgm:cxn modelId="{F737B440-8D96-4BE6-B3AA-DCF2E0263716}" type="presOf" srcId="{EC6031F7-35ED-474B-B1B0-200D79F0C9E2}" destId="{29AF8E28-5862-4239-9F63-2FBC3B0DACC6}" srcOrd="0" destOrd="0" presId="urn:microsoft.com/office/officeart/2005/8/layout/vList2"/>
    <dgm:cxn modelId="{A149E50D-B04C-4AB1-A891-CC56D63E6D80}" srcId="{EC6031F7-35ED-474B-B1B0-200D79F0C9E2}" destId="{ABC7CB22-430B-4160-AB48-6D0C5EE7AE34}" srcOrd="0" destOrd="0" parTransId="{194A0EDC-82FA-4EDC-BB43-46554F3073CA}" sibTransId="{7FC248C3-AC38-4B6E-8A95-2A774168ECAD}"/>
    <dgm:cxn modelId="{33764799-38E7-44B4-9938-615348A475F6}" srcId="{EC6031F7-35ED-474B-B1B0-200D79F0C9E2}" destId="{EC3EC7A0-2702-4A87-A468-E74E1C201936}" srcOrd="2" destOrd="0" parTransId="{931B90E1-8A01-4E44-99A7-73DF54006B04}" sibTransId="{12119395-8B5B-46D2-B695-9A673046E0D4}"/>
    <dgm:cxn modelId="{93CCD0E4-3B7E-42FA-99A7-0B53C6142480}" type="presParOf" srcId="{29AF8E28-5862-4239-9F63-2FBC3B0DACC6}" destId="{C9D14E55-0FEE-497F-AB1F-A64C1D96D6E7}" srcOrd="0" destOrd="0" presId="urn:microsoft.com/office/officeart/2005/8/layout/vList2"/>
    <dgm:cxn modelId="{7291FD55-7DF5-4CD2-B760-F81206F6AFD1}" type="presParOf" srcId="{29AF8E28-5862-4239-9F63-2FBC3B0DACC6}" destId="{D54D8D58-C4B8-44EE-988A-8D3647FE614A}" srcOrd="1" destOrd="0" presId="urn:microsoft.com/office/officeart/2005/8/layout/vList2"/>
    <dgm:cxn modelId="{03C42439-FA4B-421F-ABAB-C03E15D5C5A8}" type="presParOf" srcId="{29AF8E28-5862-4239-9F63-2FBC3B0DACC6}" destId="{D70BBE61-6141-411D-98BF-CFE42FC5E388}" srcOrd="2" destOrd="0" presId="urn:microsoft.com/office/officeart/2005/8/layout/vList2"/>
    <dgm:cxn modelId="{61FA81D6-5D5C-437F-899F-F0B3F98E2C55}" type="presParOf" srcId="{29AF8E28-5862-4239-9F63-2FBC3B0DACC6}" destId="{935AD01C-20A7-4613-A4C2-00CA102E21D6}" srcOrd="3" destOrd="0" presId="urn:microsoft.com/office/officeart/2005/8/layout/vList2"/>
    <dgm:cxn modelId="{35C67C46-A813-45DF-9153-1501954DFA1C}" type="presParOf" srcId="{29AF8E28-5862-4239-9F63-2FBC3B0DACC6}" destId="{15D27B21-A1FE-46FF-A477-CFBDA979259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2A38F-192D-4D16-8A72-C28042B34D0B}">
      <dsp:nvSpPr>
        <dsp:cNvPr id="0" name=""/>
        <dsp:cNvSpPr/>
      </dsp:nvSpPr>
      <dsp:spPr>
        <a:xfrm>
          <a:off x="0" y="720724"/>
          <a:ext cx="6666833" cy="12741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/>
            <a:t>КС е съвкупност от хардуер и софтуер, които работят заедно.</a:t>
          </a:r>
        </a:p>
      </dsp:txBody>
      <dsp:txXfrm>
        <a:off x="62198" y="782922"/>
        <a:ext cx="6542437" cy="1149734"/>
      </dsp:txXfrm>
    </dsp:sp>
    <dsp:sp modelId="{4FF14356-891E-406E-9DF4-E47D9D955C10}">
      <dsp:nvSpPr>
        <dsp:cNvPr id="0" name=""/>
        <dsp:cNvSpPr/>
      </dsp:nvSpPr>
      <dsp:spPr>
        <a:xfrm>
          <a:off x="0" y="2089895"/>
          <a:ext cx="6666833" cy="127413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/>
            <a:t>А) Хардуер - физически компоненти;</a:t>
          </a:r>
        </a:p>
      </dsp:txBody>
      <dsp:txXfrm>
        <a:off x="62198" y="2152093"/>
        <a:ext cx="6542437" cy="1149734"/>
      </dsp:txXfrm>
    </dsp:sp>
    <dsp:sp modelId="{51F912D4-8667-4354-ABCA-47E6A2CF99E4}">
      <dsp:nvSpPr>
        <dsp:cNvPr id="0" name=""/>
        <dsp:cNvSpPr/>
      </dsp:nvSpPr>
      <dsp:spPr>
        <a:xfrm>
          <a:off x="0" y="3459065"/>
          <a:ext cx="6666833" cy="127413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/>
            <a:t>Б) Софтуер - програмите, които управляват хардуера.</a:t>
          </a:r>
        </a:p>
      </dsp:txBody>
      <dsp:txXfrm>
        <a:off x="62198" y="3521263"/>
        <a:ext cx="6542437" cy="1149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D621B-0BFC-4ED5-83E7-451CB124B9F7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49CA8-A1A5-480B-898F-EE98C3843576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1) Процесор (CPU)- "мозъкът" на компютъра;</a:t>
          </a:r>
        </a:p>
      </dsp:txBody>
      <dsp:txXfrm>
        <a:off x="0" y="675"/>
        <a:ext cx="6900512" cy="1106957"/>
      </dsp:txXfrm>
    </dsp:sp>
    <dsp:sp modelId="{75AF79EF-AA99-4FD1-B717-E59125F2A20D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519A4-34B4-4343-8E64-3AEFDD96CF24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2) Памет(RAM, ROM) - съхранява данни временно и постоянно;</a:t>
          </a:r>
        </a:p>
      </dsp:txBody>
      <dsp:txXfrm>
        <a:off x="0" y="1107633"/>
        <a:ext cx="6900512" cy="1106957"/>
      </dsp:txXfrm>
    </dsp:sp>
    <dsp:sp modelId="{062256DD-917A-41AD-91D5-F0788AAEA102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E4D50-314D-4740-84F3-6C7087787FC8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3) Твърд диск/SSD - дълготрайно съхранение;</a:t>
          </a:r>
        </a:p>
      </dsp:txBody>
      <dsp:txXfrm>
        <a:off x="0" y="2214591"/>
        <a:ext cx="6900512" cy="1106957"/>
      </dsp:txXfrm>
    </dsp:sp>
    <dsp:sp modelId="{C2018414-F92B-4FF6-82FA-9626337F13BC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240CF-A494-4857-9CE0-7DB549C5BB6A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4) Входни устройства - клавиатура, мишка, скенер;</a:t>
          </a:r>
        </a:p>
      </dsp:txBody>
      <dsp:txXfrm>
        <a:off x="0" y="3321549"/>
        <a:ext cx="6900512" cy="1106957"/>
      </dsp:txXfrm>
    </dsp:sp>
    <dsp:sp modelId="{FD373469-0641-4E55-8B33-A79BC6E9DD77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1B6FE-00E7-4EE9-B736-72F3C124D57F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/>
            <a:t>5) Изходни устройства - монитор, принтер и др.</a:t>
          </a:r>
        </a:p>
      </dsp:txBody>
      <dsp:txXfrm>
        <a:off x="0" y="4428507"/>
        <a:ext cx="6900512" cy="1106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1D42E-187F-41B0-BC06-BB7007574DDE}">
      <dsp:nvSpPr>
        <dsp:cNvPr id="0" name=""/>
        <dsp:cNvSpPr/>
      </dsp:nvSpPr>
      <dsp:spPr>
        <a:xfrm>
          <a:off x="0" y="378981"/>
          <a:ext cx="591818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A4B202-B299-4FF4-BF45-03ED56FEB1D8}">
      <dsp:nvSpPr>
        <dsp:cNvPr id="0" name=""/>
        <dsp:cNvSpPr/>
      </dsp:nvSpPr>
      <dsp:spPr>
        <a:xfrm>
          <a:off x="295909" y="54261"/>
          <a:ext cx="4142728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585" tIns="0" rIns="156585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А) Настолни компютри;</a:t>
          </a:r>
        </a:p>
      </dsp:txBody>
      <dsp:txXfrm>
        <a:off x="327612" y="85964"/>
        <a:ext cx="4079322" cy="586034"/>
      </dsp:txXfrm>
    </dsp:sp>
    <dsp:sp modelId="{F29D886F-DFC5-406A-8CA2-653A25F77E85}">
      <dsp:nvSpPr>
        <dsp:cNvPr id="0" name=""/>
        <dsp:cNvSpPr/>
      </dsp:nvSpPr>
      <dsp:spPr>
        <a:xfrm>
          <a:off x="0" y="1376901"/>
          <a:ext cx="591818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5F82A-239F-4B9D-A0A2-5DB82CB7C60A}">
      <dsp:nvSpPr>
        <dsp:cNvPr id="0" name=""/>
        <dsp:cNvSpPr/>
      </dsp:nvSpPr>
      <dsp:spPr>
        <a:xfrm>
          <a:off x="295909" y="1052182"/>
          <a:ext cx="4142728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585" tIns="0" rIns="156585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Б) Лаптопи;</a:t>
          </a:r>
        </a:p>
      </dsp:txBody>
      <dsp:txXfrm>
        <a:off x="327612" y="1083885"/>
        <a:ext cx="4079322" cy="586034"/>
      </dsp:txXfrm>
    </dsp:sp>
    <dsp:sp modelId="{6027FF89-9C7F-4B1E-B032-882824C664BB}">
      <dsp:nvSpPr>
        <dsp:cNvPr id="0" name=""/>
        <dsp:cNvSpPr/>
      </dsp:nvSpPr>
      <dsp:spPr>
        <a:xfrm>
          <a:off x="0" y="2374822"/>
          <a:ext cx="591818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6C74B-BCD1-4CB1-BE91-8F944D40D609}">
      <dsp:nvSpPr>
        <dsp:cNvPr id="0" name=""/>
        <dsp:cNvSpPr/>
      </dsp:nvSpPr>
      <dsp:spPr>
        <a:xfrm>
          <a:off x="295909" y="2050101"/>
          <a:ext cx="4142728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585" tIns="0" rIns="156585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В) Мобилни устройства;</a:t>
          </a:r>
        </a:p>
      </dsp:txBody>
      <dsp:txXfrm>
        <a:off x="327612" y="2081804"/>
        <a:ext cx="4079322" cy="586034"/>
      </dsp:txXfrm>
    </dsp:sp>
    <dsp:sp modelId="{D94AD672-52A4-446F-9B29-D231A45C1C0C}">
      <dsp:nvSpPr>
        <dsp:cNvPr id="0" name=""/>
        <dsp:cNvSpPr/>
      </dsp:nvSpPr>
      <dsp:spPr>
        <a:xfrm>
          <a:off x="0" y="3372742"/>
          <a:ext cx="591818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79C1C5-DF7B-4C1E-9A76-14E90D5CE55D}">
      <dsp:nvSpPr>
        <dsp:cNvPr id="0" name=""/>
        <dsp:cNvSpPr/>
      </dsp:nvSpPr>
      <dsp:spPr>
        <a:xfrm>
          <a:off x="295909" y="3048022"/>
          <a:ext cx="4142728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585" tIns="0" rIns="156585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Г) Сървъри;</a:t>
          </a:r>
        </a:p>
      </dsp:txBody>
      <dsp:txXfrm>
        <a:off x="327612" y="3079725"/>
        <a:ext cx="4079322" cy="586034"/>
      </dsp:txXfrm>
    </dsp:sp>
    <dsp:sp modelId="{393FA49B-48FE-41C6-A8C5-832E29568A0E}">
      <dsp:nvSpPr>
        <dsp:cNvPr id="0" name=""/>
        <dsp:cNvSpPr/>
      </dsp:nvSpPr>
      <dsp:spPr>
        <a:xfrm>
          <a:off x="0" y="4370662"/>
          <a:ext cx="591818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EBDC4-F0BE-4188-AFFD-B3049AC616E3}">
      <dsp:nvSpPr>
        <dsp:cNvPr id="0" name=""/>
        <dsp:cNvSpPr/>
      </dsp:nvSpPr>
      <dsp:spPr>
        <a:xfrm>
          <a:off x="295909" y="4045942"/>
          <a:ext cx="4142728" cy="6494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585" tIns="0" rIns="156585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Д) Облачни системи.</a:t>
          </a:r>
        </a:p>
      </dsp:txBody>
      <dsp:txXfrm>
        <a:off x="327612" y="4077645"/>
        <a:ext cx="4079322" cy="5860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A4FD3-A856-4B7A-8070-6148D836AE3D}">
      <dsp:nvSpPr>
        <dsp:cNvPr id="0" name=""/>
        <dsp:cNvSpPr/>
      </dsp:nvSpPr>
      <dsp:spPr>
        <a:xfrm>
          <a:off x="0" y="33663"/>
          <a:ext cx="5811128" cy="180501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А) Суперкомпютри - за сложни изчисления;</a:t>
          </a:r>
        </a:p>
      </dsp:txBody>
      <dsp:txXfrm>
        <a:off x="88114" y="121777"/>
        <a:ext cx="5634900" cy="1628789"/>
      </dsp:txXfrm>
    </dsp:sp>
    <dsp:sp modelId="{D14767BA-75A5-47A4-A2DD-5D9DD8FC61EE}">
      <dsp:nvSpPr>
        <dsp:cNvPr id="0" name=""/>
        <dsp:cNvSpPr/>
      </dsp:nvSpPr>
      <dsp:spPr>
        <a:xfrm>
          <a:off x="0" y="1936600"/>
          <a:ext cx="5811128" cy="1805017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Б) Квантови компютри - за изчисления с огромна скорост</a:t>
          </a:r>
        </a:p>
      </dsp:txBody>
      <dsp:txXfrm>
        <a:off x="88114" y="2024714"/>
        <a:ext cx="5634900" cy="1628789"/>
      </dsp:txXfrm>
    </dsp:sp>
    <dsp:sp modelId="{89C9372E-CCD2-473C-AEB7-D5667475784A}">
      <dsp:nvSpPr>
        <dsp:cNvPr id="0" name=""/>
        <dsp:cNvSpPr/>
      </dsp:nvSpPr>
      <dsp:spPr>
        <a:xfrm>
          <a:off x="0" y="3839538"/>
          <a:ext cx="5811128" cy="1805017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Това е бъдещето на изчислителната техника.</a:t>
          </a:r>
        </a:p>
      </dsp:txBody>
      <dsp:txXfrm>
        <a:off x="88114" y="3927652"/>
        <a:ext cx="5634900" cy="16287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F84AC-D0A5-45EC-8D22-30B728B64AE0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03FAC-E348-4A95-BBC3-EA2D1A2B2126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/>
            <a:t>Позволяват достъп до данни и програми през интернет - </a:t>
          </a:r>
        </a:p>
      </dsp:txBody>
      <dsp:txXfrm>
        <a:off x="696297" y="538547"/>
        <a:ext cx="4171627" cy="2590157"/>
      </dsp:txXfrm>
    </dsp:sp>
    <dsp:sp modelId="{D5DDAF57-02C4-4489-BF07-D65BAE5F9F99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E6B6C-2D15-4547-998D-58AFCA9ED41B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/>
            <a:t>Google Drive, OneDrive, iCloud</a:t>
          </a:r>
        </a:p>
      </dsp:txBody>
      <dsp:txXfrm>
        <a:off x="5991936" y="538547"/>
        <a:ext cx="4171627" cy="25901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FC978-DFD8-42BA-A5FF-1151D6705D9C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/>
            <a:t>Машини, които се учат и вземат решения. </a:t>
          </a:r>
        </a:p>
      </dsp:txBody>
      <dsp:txXfrm>
        <a:off x="1283" y="673807"/>
        <a:ext cx="5006206" cy="3003723"/>
      </dsp:txXfrm>
    </dsp:sp>
    <dsp:sp modelId="{5661F48F-207E-4E00-93DF-146E6828C280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lvl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/>
            <a:t>Използват се в: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/>
            <a:t>Гласови асистенти;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/>
            <a:t>Автономни автомобили;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/>
            <a:t>Анализ на данни и снимки</a:t>
          </a:r>
        </a:p>
      </dsp:txBody>
      <dsp:txXfrm>
        <a:off x="5508110" y="673807"/>
        <a:ext cx="5006206" cy="30037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99C23-5BD9-4886-AE65-7EC6D4AEC153}">
      <dsp:nvSpPr>
        <dsp:cNvPr id="0" name=""/>
        <dsp:cNvSpPr/>
      </dsp:nvSpPr>
      <dsp:spPr>
        <a:xfrm>
          <a:off x="0" y="22313"/>
          <a:ext cx="6245265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Миниатюризация на компонентите</a:t>
          </a:r>
        </a:p>
      </dsp:txBody>
      <dsp:txXfrm>
        <a:off x="64083" y="86396"/>
        <a:ext cx="6117099" cy="1184574"/>
      </dsp:txXfrm>
    </dsp:sp>
    <dsp:sp modelId="{99B525B5-63FE-41F7-8FD3-EA8834081945}">
      <dsp:nvSpPr>
        <dsp:cNvPr id="0" name=""/>
        <dsp:cNvSpPr/>
      </dsp:nvSpPr>
      <dsp:spPr>
        <a:xfrm>
          <a:off x="0" y="1432973"/>
          <a:ext cx="6245265" cy="13127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Енергиина ефективност</a:t>
          </a:r>
        </a:p>
      </dsp:txBody>
      <dsp:txXfrm>
        <a:off x="64083" y="1497056"/>
        <a:ext cx="6117099" cy="1184574"/>
      </dsp:txXfrm>
    </dsp:sp>
    <dsp:sp modelId="{F7952D7B-8A81-4A41-B092-2EDC430F0856}">
      <dsp:nvSpPr>
        <dsp:cNvPr id="0" name=""/>
        <dsp:cNvSpPr/>
      </dsp:nvSpPr>
      <dsp:spPr>
        <a:xfrm>
          <a:off x="0" y="2843633"/>
          <a:ext cx="6245265" cy="1312740"/>
        </a:xfrm>
        <a:prstGeom prst="round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Виртуална и добавена реалност</a:t>
          </a:r>
        </a:p>
      </dsp:txBody>
      <dsp:txXfrm>
        <a:off x="64083" y="2907716"/>
        <a:ext cx="6117099" cy="1184574"/>
      </dsp:txXfrm>
    </dsp:sp>
    <dsp:sp modelId="{D33056C5-E2A3-4E32-B341-34BAE87EBBD9}">
      <dsp:nvSpPr>
        <dsp:cNvPr id="0" name=""/>
        <dsp:cNvSpPr/>
      </dsp:nvSpPr>
      <dsp:spPr>
        <a:xfrm>
          <a:off x="0" y="4254293"/>
          <a:ext cx="6245265" cy="131274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Интернет на нещата</a:t>
          </a:r>
        </a:p>
      </dsp:txBody>
      <dsp:txXfrm>
        <a:off x="64083" y="4318376"/>
        <a:ext cx="6117099" cy="11845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14E55-0FEE-497F-AB1F-A64C1D96D6E7}">
      <dsp:nvSpPr>
        <dsp:cNvPr id="0" name=""/>
        <dsp:cNvSpPr/>
      </dsp:nvSpPr>
      <dsp:spPr>
        <a:xfrm>
          <a:off x="0" y="51979"/>
          <a:ext cx="6666833" cy="1698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/>
            <a:t>1) Улесняват комуникацията;</a:t>
          </a:r>
        </a:p>
      </dsp:txBody>
      <dsp:txXfrm>
        <a:off x="82931" y="134910"/>
        <a:ext cx="6500971" cy="1532978"/>
      </dsp:txXfrm>
    </dsp:sp>
    <dsp:sp modelId="{D70BBE61-6141-411D-98BF-CFE42FC5E388}">
      <dsp:nvSpPr>
        <dsp:cNvPr id="0" name=""/>
        <dsp:cNvSpPr/>
      </dsp:nvSpPr>
      <dsp:spPr>
        <a:xfrm>
          <a:off x="0" y="1877540"/>
          <a:ext cx="6666833" cy="169884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/>
            <a:t>2) Подобряват здравеопазването</a:t>
          </a:r>
        </a:p>
      </dsp:txBody>
      <dsp:txXfrm>
        <a:off x="82931" y="1960471"/>
        <a:ext cx="6500971" cy="1532978"/>
      </dsp:txXfrm>
    </dsp:sp>
    <dsp:sp modelId="{15D27B21-A1FE-46FF-A477-CFBDA9792595}">
      <dsp:nvSpPr>
        <dsp:cNvPr id="0" name=""/>
        <dsp:cNvSpPr/>
      </dsp:nvSpPr>
      <dsp:spPr>
        <a:xfrm>
          <a:off x="0" y="3703100"/>
          <a:ext cx="6666833" cy="16988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/>
            <a:t>3) Развиват науката и образованието</a:t>
          </a:r>
        </a:p>
      </dsp:txBody>
      <dsp:txXfrm>
        <a:off x="82931" y="3786031"/>
        <a:ext cx="6500971" cy="1532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6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4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3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1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91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25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650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06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832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01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8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11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E30439A-8A5B-46EC-8283-9B6B031D40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CEAD642-85CF-4750-8432-7C80C901F0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A33EEAE-15D5-4119-8C1E-89D943F911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30D8B3B-9B80-4025-B934-26DC7D7CD2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B5A1B09C-1565-46F8-B70F-621C5EB48A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dirty="0" err="1">
                <a:solidFill>
                  <a:srgbClr val="FFFFFF"/>
                </a:solidFill>
              </a:rPr>
              <a:t>Съвременни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компютърни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системи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C516CC8-80AC-446C-A56E-9F54B72104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53947E58-F088-49F1-A3D1-DEA690192E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56B2C21-A230-48C0-8DF1-C46611373C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847E18C-932D-4C95-AABA-FEC7C9499A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150CB11-0C61-439E-910F-5787759E72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43F8A58B-5155-44CE-A5FF-7647B47D0A7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43F2ACA-E6D6-4028-82DD-F03C262D5D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8271F-46FE-04E9-A66E-9BB842CD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2" y="1683756"/>
            <a:ext cx="3406321" cy="2396359"/>
          </a:xfrm>
        </p:spPr>
        <p:txBody>
          <a:bodyPr anchor="b">
            <a:normAutofit/>
          </a:bodyPr>
          <a:lstStyle/>
          <a:p>
            <a:pPr marL="742950" indent="-742950" algn="r">
              <a:buAutoNum type="arabicPeriod"/>
            </a:pPr>
            <a:r>
              <a:rPr lang="en-US" sz="3100" dirty="0">
                <a:solidFill>
                  <a:srgbClr val="FFFFFF"/>
                </a:solidFill>
              </a:rPr>
              <a:t>Какво е </a:t>
            </a:r>
            <a:r>
              <a:rPr lang="en-US" sz="3100" dirty="0" err="1">
                <a:solidFill>
                  <a:srgbClr val="FFFFFF"/>
                </a:solidFill>
              </a:rPr>
              <a:t>компютърна</a:t>
            </a:r>
            <a:r>
              <a:rPr lang="en-US" sz="3100" dirty="0">
                <a:solidFill>
                  <a:srgbClr val="FFFFFF"/>
                </a:solidFill>
              </a:rPr>
              <a:t> </a:t>
            </a:r>
            <a:r>
              <a:rPr lang="en-US" sz="3100" dirty="0" err="1">
                <a:solidFill>
                  <a:srgbClr val="FFFFFF"/>
                </a:solidFill>
              </a:rPr>
              <a:t>система</a:t>
            </a:r>
            <a:r>
              <a:rPr lang="en-US" sz="3100" dirty="0">
                <a:solidFill>
                  <a:srgbClr val="FFFFFF"/>
                </a:solidFill>
              </a:rPr>
              <a:t>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0BE8BDE-2FF8-A97B-5D3D-08EAE3B02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3011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293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2E442304-DDBD-4F7B-8017-36BCC863F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3B3396-9CB0-71DF-C3AE-B268233B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626" y="640823"/>
            <a:ext cx="3716034" cy="5583148"/>
          </a:xfrm>
        </p:spPr>
        <p:txBody>
          <a:bodyPr anchor="ctr">
            <a:normAutofit/>
          </a:bodyPr>
          <a:lstStyle/>
          <a:p>
            <a:r>
              <a:rPr lang="en-US" sz="5000" dirty="0"/>
              <a:t>2. </a:t>
            </a:r>
            <a:r>
              <a:rPr lang="en-US" sz="5000" dirty="0" err="1"/>
              <a:t>Основни</a:t>
            </a:r>
            <a:r>
              <a:rPr lang="en-US" sz="5000" dirty="0"/>
              <a:t> </a:t>
            </a:r>
            <a:r>
              <a:rPr lang="en-US" sz="5000" dirty="0" err="1"/>
              <a:t>компоненти</a:t>
            </a:r>
            <a:endParaRPr lang="en-US" sz="50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xmlns="" id="{5E107275-3853-46FD-A241-DE4355A426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xmlns="" id="{DF2A05C3-1B3A-7719-5255-FE1ED4697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49882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7345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A1F6BF70-C7D1-4AF9-8DB4-BEEB8A9C352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3795F3-B674-3D38-08C1-AB51B9C1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98" y="1097280"/>
            <a:ext cx="4005273" cy="4666207"/>
          </a:xfrm>
        </p:spPr>
        <p:txBody>
          <a:bodyPr anchor="ctr">
            <a:normAutofit/>
          </a:bodyPr>
          <a:lstStyle/>
          <a:p>
            <a:r>
              <a:rPr lang="en-US" sz="4100" dirty="0"/>
              <a:t>3. </a:t>
            </a:r>
            <a:r>
              <a:rPr lang="en-US" sz="4100" dirty="0" err="1"/>
              <a:t>Видове</a:t>
            </a:r>
            <a:r>
              <a:rPr lang="en-US" sz="4100" dirty="0"/>
              <a:t> </a:t>
            </a:r>
            <a:r>
              <a:rPr lang="en-US" sz="4100" dirty="0" err="1"/>
              <a:t>съвременни</a:t>
            </a:r>
            <a:r>
              <a:rPr lang="en-US" sz="4100" dirty="0"/>
              <a:t> КС: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0C66A8B6-1F6E-4FCC-93B9-B9986B6FD1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CAF7C4FD-65AD-4BBE-886A-D2E923F94C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1BA8278B-6DF7-481F-B1FA-FFE7D6C3C7B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2C1BBA94-3F40-40AA-8BB9-E69E25E537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CD0F79FA-D7FB-9E84-A87F-D36D470362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167616"/>
              </p:ext>
            </p:extLst>
          </p:nvPr>
        </p:nvGraphicFramePr>
        <p:xfrm>
          <a:off x="5431536" y="1014153"/>
          <a:ext cx="5918184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0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05CBC3C-2E5A-4839-8B9B-2E5A6ADF0F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DB5B423A-57CC-4C58-AA26-8E2E862B03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B418D-D155-9DBA-3797-CF6426D6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>4. Суперкомпютри и квантови компютри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3F5AC4D6-14B4-8129-D6FC-BC643F8FC0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1674033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228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56E9B3E6-E277-4D68-BA48-9CB43FFBD6E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AE1C45F0-260A-458C-96ED-C1F6D21512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A6604B49-AD5C-4590-B051-06C8222ECD9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743ECCAF-29C5-4537-947C-7EA1292463D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D49787B-8DE6-4467-AD0A-8DECC6E0C2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5B0017B-2ECA-49AF-B397-DC140825DF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D1553E-9179-39F2-D5CE-AF36C2BE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5. Облачни технологии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6CF1BAF6-AD41-4082-B212-8A1F9A2E877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C3F2DFDB-C751-B299-BCA2-159DB4110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26196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7625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4439CCB-2388-8082-194C-332B053918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614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50AB553-2A96-4A92-96F2-93548E0969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F26225-487C-8F4B-A15F-5500FFDF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Изкуствен</a:t>
            </a:r>
            <a:r>
              <a:rPr lang="en-US" dirty="0"/>
              <a:t> </a:t>
            </a:r>
            <a:r>
              <a:rPr lang="en-US" dirty="0" err="1"/>
              <a:t>интелект</a:t>
            </a:r>
            <a:r>
              <a:rPr lang="en-US" dirty="0"/>
              <a:t>(AI)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5219222B-1955-C91B-8A69-EF91C61964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83912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4089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2659FDB4-FCBE-4A89-B46D-43D4FA5446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440BDA-30FB-2BA7-CBD7-C15CD009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000"/>
              <a:t>7. Съвременни тенденции в развитието на КС.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C8F51B3F-8331-4E4A-AE96-D47B1006EE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xmlns="" id="{A0E7CDFF-FFA3-C317-9E00-E83528AE9B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85741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7990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56B2C21-A230-48C0-8DF1-C46611373C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847E18C-932D-4C95-AABA-FEC7C9499A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150CB11-0C61-439E-910F-5787759E72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43F8A58B-5155-44CE-A5FF-7647B47D0A7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43F2ACA-E6D6-4028-82DD-F03C262D5D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86A6CB-46F9-10CC-91EE-A2E54136C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683756"/>
            <a:ext cx="3335983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8. </a:t>
            </a:r>
            <a:r>
              <a:rPr lang="en-US" sz="4000" dirty="0" err="1">
                <a:solidFill>
                  <a:srgbClr val="FFFFFF"/>
                </a:solidFill>
              </a:rPr>
              <a:t>Значение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за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обществото</a:t>
            </a:r>
            <a:r>
              <a:rPr lang="en-US" sz="4000" dirty="0">
                <a:solidFill>
                  <a:srgbClr val="FFFFFF"/>
                </a:solidFill>
              </a:rPr>
              <a:t>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268EF5C6-56D8-85E0-A530-C116721DB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8757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618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232</Words>
  <Application>Microsoft Office PowerPoint</Application>
  <PresentationFormat>По избор</PresentationFormat>
  <Paragraphs>39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0" baseType="lpstr">
      <vt:lpstr>Office Theme</vt:lpstr>
      <vt:lpstr>Съвременни компютърни системи</vt:lpstr>
      <vt:lpstr>Какво е компютърна система?</vt:lpstr>
      <vt:lpstr>2. Основни компоненти</vt:lpstr>
      <vt:lpstr>3. Видове съвременни КС:</vt:lpstr>
      <vt:lpstr>4. Суперкомпютри и квантови компютри</vt:lpstr>
      <vt:lpstr>5. Облачни технологии</vt:lpstr>
      <vt:lpstr>6. Изкуствен интелект(AI)</vt:lpstr>
      <vt:lpstr>7. Съвременни тенденции в развитието на КС.</vt:lpstr>
      <vt:lpstr>8. Значение за обществото: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Съвременни компютърни системи</dc:title>
  <dc:creator/>
  <cp:lastModifiedBy>su</cp:lastModifiedBy>
  <cp:revision>233</cp:revision>
  <dcterms:created xsi:type="dcterms:W3CDTF">2025-11-14T06:23:35Z</dcterms:created>
  <dcterms:modified xsi:type="dcterms:W3CDTF">2026-06-09T04:41:16Z</dcterms:modified>
</cp:coreProperties>
</file>