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91" d="100"/>
          <a:sy n="91" d="100"/>
        </p:scale>
        <p:origin x="-126" y="-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798" y="3227494"/>
            <a:ext cx="7766936" cy="1646302"/>
          </a:xfrm>
        </p:spPr>
        <p:txBody>
          <a:bodyPr/>
          <a:lstStyle/>
          <a:p>
            <a:r>
              <a:rPr lang="bg-BG" dirty="0" smtClean="0"/>
              <a:t>Цифровизиране на аудио-визуална информация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894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5874"/>
          </a:xfrm>
        </p:spPr>
        <p:txBody>
          <a:bodyPr/>
          <a:lstStyle/>
          <a:p>
            <a:r>
              <a:rPr lang="bg-BG" dirty="0" smtClean="0"/>
              <a:t>Основни понятия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89611"/>
            <a:ext cx="8596668" cy="4251751"/>
          </a:xfrm>
        </p:spPr>
        <p:txBody>
          <a:bodyPr/>
          <a:lstStyle/>
          <a:p>
            <a:r>
              <a:rPr lang="bg-BG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Светлосила</a:t>
            </a:r>
            <a:r>
              <a:rPr lang="bg-BG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</a:t>
            </a:r>
            <a:r>
              <a:rPr lang="bg-BG" sz="2000" dirty="0" smtClean="0"/>
              <a:t>– максималното количество светлина, което преминава през обектива и попада върху матрицата на цифровия фотоапарат.Това се получава при максимално отворена бленда.</a:t>
            </a:r>
          </a:p>
          <a:p>
            <a:r>
              <a:rPr lang="bg-BG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Боке</a:t>
            </a:r>
            <a:r>
              <a:rPr lang="bg-BG" dirty="0" smtClean="0"/>
              <a:t> </a:t>
            </a:r>
            <a:r>
              <a:rPr lang="bg-BG" sz="2000" dirty="0" smtClean="0"/>
              <a:t>– „размазване“, „замъгляване“.</a:t>
            </a:r>
          </a:p>
          <a:p>
            <a:r>
              <a:rPr lang="en-US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Slow Motion </a:t>
            </a:r>
            <a:r>
              <a:rPr lang="bg-BG" sz="2000" dirty="0" smtClean="0"/>
              <a:t>– ефект при създаване на видеоклип, при който времето сякаш се забавя. Това се постига, като се заснема видео с по-висока честота на кадрите, отколкото се възпроизвежда. Например – заснема се със 120 кадъра/сек., а се възпроизвежда с 24 кадъра/сек.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3314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8309"/>
          </a:xfrm>
        </p:spPr>
        <p:txBody>
          <a:bodyPr>
            <a:normAutofit fontScale="90000"/>
          </a:bodyPr>
          <a:lstStyle/>
          <a:p>
            <a:r>
              <a:rPr lang="bg-BG" dirty="0" smtClean="0"/>
              <a:t>Задача 1: Портретна фотография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32411"/>
            <a:ext cx="9263500" cy="4708951"/>
          </a:xfrm>
        </p:spPr>
        <p:txBody>
          <a:bodyPr/>
          <a:lstStyle/>
          <a:p>
            <a:r>
              <a:rPr lang="bg-BG" dirty="0" smtClean="0"/>
              <a:t>Правила при правене на портрет:</a:t>
            </a:r>
          </a:p>
          <a:p>
            <a:r>
              <a:rPr lang="bg-BG" dirty="0" smtClean="0"/>
              <a:t>1. Целта при портрета е лицето да се откроява от фона. Това се постига по два начина – 1. като се използва ефекта „боке“ и фонът е замъглен; 2. като се подбере място с равен фон.</a:t>
            </a:r>
          </a:p>
          <a:p>
            <a:r>
              <a:rPr lang="bg-BG" dirty="0" smtClean="0"/>
              <a:t>За да се получи хубав ефект „боке“, фотографите използват специални обективи. Светлосилата им е от </a:t>
            </a:r>
            <a:r>
              <a:rPr lang="en-US" dirty="0" smtClean="0"/>
              <a:t>f/1.4 </a:t>
            </a:r>
            <a:r>
              <a:rPr lang="bg-BG" dirty="0" smtClean="0"/>
              <a:t>до </a:t>
            </a:r>
            <a:r>
              <a:rPr lang="en-US" dirty="0" smtClean="0"/>
              <a:t>f/</a:t>
            </a:r>
            <a:r>
              <a:rPr lang="bg-BG" dirty="0" smtClean="0"/>
              <a:t>2</a:t>
            </a:r>
            <a:r>
              <a:rPr lang="en-US" dirty="0" smtClean="0"/>
              <a:t>.</a:t>
            </a:r>
            <a:r>
              <a:rPr lang="bg-BG" dirty="0" smtClean="0"/>
              <a:t>8. Ако не разполагате с такъв обектив, най-добри резултати ще получите при максимално отворена бленда. Важно е и разстоянието между обекта и фона – колкото по-голямо е то, толкова по-добър ефект на замъгляване ще има.</a:t>
            </a:r>
          </a:p>
          <a:p>
            <a:r>
              <a:rPr lang="bg-BG" dirty="0" smtClean="0"/>
              <a:t>2. Портретът трябва да е композиционно издържан – да се внимава какво влиза в кадъра. Няма нищо по лошо от линия, стълб или клон, които сякаш излизат от главата на обекта. </a:t>
            </a:r>
            <a:r>
              <a:rPr lang="bg-BG" dirty="0"/>
              <a:t>Д</a:t>
            </a:r>
            <a:r>
              <a:rPr lang="bg-BG" dirty="0" smtClean="0"/>
              <a:t>а се внимава как се събира обекта в кадъра: при близък план не трябва да е изрязана брадичката, при среден план – да не са изрязани лактите, при общ план – да не са изрязани краката.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463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979714"/>
            <a:ext cx="8596668" cy="5061648"/>
          </a:xfrm>
        </p:spPr>
        <p:txBody>
          <a:bodyPr>
            <a:normAutofit/>
          </a:bodyPr>
          <a:lstStyle/>
          <a:p>
            <a:r>
              <a:rPr lang="bg-BG" sz="2000" dirty="0" smtClean="0"/>
              <a:t>3. Лицето трябва да е равномерно осветено – да не се получават сенки под очите или например половината лице да е в сянка, другата половина – осветена.</a:t>
            </a:r>
          </a:p>
          <a:p>
            <a:r>
              <a:rPr lang="bg-BG" sz="2000" dirty="0" smtClean="0"/>
              <a:t>4. Облеклото да е изчистено и просто. Шарените и ярки облекла отвличат вниманието.</a:t>
            </a:r>
          </a:p>
          <a:p>
            <a:r>
              <a:rPr lang="bg-BG" sz="2000" dirty="0" smtClean="0"/>
              <a:t>5. Фигурата на обекта да не е застанала точно фронтално. Леко завъртяна фигура с глава, обърната към камерата, придава стройност.</a:t>
            </a:r>
          </a:p>
          <a:p>
            <a:r>
              <a:rPr lang="bg-BG" sz="2000" dirty="0" smtClean="0"/>
              <a:t>Разделете се на групи по двама и като имате предвид тези съвети, направете портретни фотографии на съученика си. Ако обективът има оптично приближаване, направете по два кадъра – с максимално и с минимално увеличение. Прехвърлете фотографиите на компютър, разгледайте ги и дискутирайте всяка от тях.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97099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bg-BG" dirty="0" smtClean="0"/>
              <a:t>Задача 1: Динамичен кадър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8983"/>
            <a:ext cx="8596668" cy="4565259"/>
          </a:xfrm>
        </p:spPr>
        <p:txBody>
          <a:bodyPr>
            <a:normAutofit lnSpcReduction="10000"/>
          </a:bodyPr>
          <a:lstStyle/>
          <a:p>
            <a:r>
              <a:rPr lang="bg-BG" dirty="0" smtClean="0"/>
              <a:t>Целта на тази задача е да упражните заснемането на обект, като използвате</a:t>
            </a:r>
            <a:r>
              <a:rPr lang="en-US" dirty="0" smtClean="0"/>
              <a:t> </a:t>
            </a:r>
            <a:r>
              <a:rPr lang="bg-BG" dirty="0" smtClean="0"/>
              <a:t>т. нар. „фарт“ (</a:t>
            </a:r>
            <a:r>
              <a:rPr lang="en-US" dirty="0" smtClean="0"/>
              <a:t>Dolly).</a:t>
            </a:r>
          </a:p>
          <a:p>
            <a:r>
              <a:rPr lang="bg-BG" dirty="0" smtClean="0"/>
              <a:t>Разделете се на групи по двама. Нека всеки от вас си измисли някакво занимание – изписване на формула или фраза на дъската (или на лист хартия), рисуване и др. Докато един от вас извършва тази дейност, другият да го заснеме, като се приближава плавно и същевременно сменя и ъгъла на заснемане.</a:t>
            </a:r>
          </a:p>
          <a:p>
            <a:r>
              <a:rPr lang="bg-BG" dirty="0" smtClean="0"/>
              <a:t>Преди да пристъпите към задачата, си припомнете или проверете:</a:t>
            </a:r>
          </a:p>
          <a:p>
            <a:r>
              <a:rPr lang="bg-BG" dirty="0" smtClean="0"/>
              <a:t>- какъв режим на фокусиране има камерата в режим „Видео“. Подходящи за задачата са автоматичен и следящ.</a:t>
            </a:r>
          </a:p>
          <a:p>
            <a:r>
              <a:rPr lang="bg-BG" dirty="0" smtClean="0"/>
              <a:t>- какви са възможните честоти на кадрите на вашата камера. Има ли възможност за </a:t>
            </a:r>
            <a:r>
              <a:rPr lang="en-US" dirty="0" smtClean="0"/>
              <a:t>Slow motion.</a:t>
            </a:r>
            <a:r>
              <a:rPr lang="bg-BG" dirty="0" smtClean="0"/>
              <a:t> Ако има такава възможност, направете два клипа – единия с нормална честота, другия - </a:t>
            </a:r>
            <a:r>
              <a:rPr lang="en-US" dirty="0"/>
              <a:t>Slow </a:t>
            </a:r>
            <a:r>
              <a:rPr lang="en-US" dirty="0" smtClean="0"/>
              <a:t>motion</a:t>
            </a:r>
            <a:r>
              <a:rPr lang="bg-BG" dirty="0" smtClean="0"/>
              <a:t>.</a:t>
            </a:r>
          </a:p>
          <a:p>
            <a:r>
              <a:rPr lang="bg-BG" dirty="0"/>
              <a:t>Прехвърлете </a:t>
            </a:r>
            <a:r>
              <a:rPr lang="bg-BG" dirty="0" smtClean="0"/>
              <a:t>видеофайловете </a:t>
            </a:r>
            <a:r>
              <a:rPr lang="bg-BG" dirty="0"/>
              <a:t>на компютър, разгледайте ги и </a:t>
            </a:r>
            <a:r>
              <a:rPr lang="bg-BG" dirty="0" smtClean="0"/>
              <a:t>ги дискутирайте.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2935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324</TotalTime>
  <Words>568</Words>
  <Application>Microsoft Office PowerPoint</Application>
  <PresentationFormat>По избор</PresentationFormat>
  <Paragraphs>21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5</vt:i4>
      </vt:variant>
    </vt:vector>
  </HeadingPairs>
  <TitlesOfParts>
    <vt:vector size="6" baseType="lpstr">
      <vt:lpstr>Facet</vt:lpstr>
      <vt:lpstr>Цифровизиране на аудио-визуална информация</vt:lpstr>
      <vt:lpstr>Основни понятия</vt:lpstr>
      <vt:lpstr>Задача 1: Портретна фотография</vt:lpstr>
      <vt:lpstr>Презентация на PowerPoint</vt:lpstr>
      <vt:lpstr>Задача 1: Динамичен кадър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Цифровизиране на аудио-визуална информация</dc:title>
  <dc:creator>Vanq Qneva</dc:creator>
  <cp:lastModifiedBy>su</cp:lastModifiedBy>
  <cp:revision>10</cp:revision>
  <dcterms:created xsi:type="dcterms:W3CDTF">2021-02-15T06:15:32Z</dcterms:created>
  <dcterms:modified xsi:type="dcterms:W3CDTF">2026-01-30T09:38:44Z</dcterms:modified>
</cp:coreProperties>
</file>