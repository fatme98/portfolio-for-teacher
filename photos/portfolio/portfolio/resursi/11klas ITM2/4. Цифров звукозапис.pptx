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-126" y="-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list=RD7Vqvq-f-UtU&amp;v=znKNQXo58pE&amp;feature=emb_rel_en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Цифров звукозапис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5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648" y="113212"/>
            <a:ext cx="8596668" cy="971005"/>
          </a:xfrm>
        </p:spPr>
        <p:txBody>
          <a:bodyPr>
            <a:normAutofit/>
          </a:bodyPr>
          <a:lstStyle/>
          <a:p>
            <a:r>
              <a:rPr lang="bg-BG" dirty="0" smtClean="0"/>
              <a:t>1. Звукозапис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3771"/>
            <a:ext cx="9720700" cy="1568630"/>
          </a:xfrm>
        </p:spPr>
        <p:txBody>
          <a:bodyPr>
            <a:noAutofit/>
          </a:bodyPr>
          <a:lstStyle/>
          <a:p>
            <a:pPr algn="ctr"/>
            <a:r>
              <a:rPr lang="bg-BG" sz="2400" dirty="0" smtClean="0"/>
              <a:t>Процеса на преобразуване на звука (звуковите вълни, образувани при говор, пеене, инструментална музика и др.) в поредица от сигнали и тяхното записване върху носител. Записаният звук се нарича </a:t>
            </a:r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фонограма</a:t>
            </a:r>
            <a:r>
              <a:rPr lang="bg-BG" sz="2400" dirty="0" smtClean="0"/>
              <a:t>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23" y="2853147"/>
            <a:ext cx="4975316" cy="3316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486401" y="2426017"/>
            <a:ext cx="64312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!!! Най-старият </a:t>
            </a:r>
            <a:r>
              <a:rPr lang="bg-BG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известен звукозапис е направен на 9 април 1860 г. от парижкият изобретател Едуард-Леон Скот де Мартенвил с помощта на устройство, наречено „фоноавтограф“, който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отпечатвал звуковите вълни върху лист хартия, опушена на маслена лампа. </a:t>
            </a:r>
            <a:endParaRPr lang="ru-RU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Нито 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Скот, нито неговите съвременници откриват начин да превърнат тези визуални фоноавтографи в звук. Близо век и половина те остават безмълвни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048" y="6301438"/>
            <a:ext cx="2319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>
                <a:hlinkClick r:id="rId3"/>
              </a:rPr>
              <a:t>Първият звукозапис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119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704" y="244826"/>
            <a:ext cx="8596668" cy="866503"/>
          </a:xfrm>
        </p:spPr>
        <p:txBody>
          <a:bodyPr/>
          <a:lstStyle/>
          <a:p>
            <a:r>
              <a:rPr lang="bg-BG" dirty="0" smtClean="0"/>
              <a:t>Системи за звукозапис: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39" y="1111329"/>
            <a:ext cx="11987509" cy="5616042"/>
          </a:xfrm>
        </p:spPr>
        <p:txBody>
          <a:bodyPr>
            <a:normAutofit/>
          </a:bodyPr>
          <a:lstStyle/>
          <a:p>
            <a:r>
              <a:rPr lang="bg-BG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Аналогови</a:t>
            </a:r>
            <a:r>
              <a:rPr lang="bg-BG" sz="2000" dirty="0" smtClean="0"/>
              <a:t> – звукът се преобразува в непрекъснат механичен или електромагнитен сигнал, който се записва на физически носител (фонограф, грамофон, аудиокасетофон).</a:t>
            </a:r>
          </a:p>
          <a:p>
            <a:endParaRPr lang="bg-BG" sz="2000" dirty="0" smtClean="0"/>
          </a:p>
          <a:p>
            <a:endParaRPr lang="bg-BG" sz="2000" dirty="0"/>
          </a:p>
          <a:p>
            <a:endParaRPr lang="bg-BG" sz="2000" dirty="0" smtClean="0"/>
          </a:p>
          <a:p>
            <a:endParaRPr lang="bg-BG" sz="2000" dirty="0"/>
          </a:p>
          <a:p>
            <a:endParaRPr lang="bg-BG" sz="2000" dirty="0" smtClean="0"/>
          </a:p>
          <a:p>
            <a:endParaRPr lang="bg-BG" sz="2000" dirty="0" smtClean="0"/>
          </a:p>
          <a:p>
            <a:endParaRPr lang="bg-BG" sz="2000" dirty="0" smtClean="0"/>
          </a:p>
          <a:p>
            <a:endParaRPr lang="bg-BG" sz="2000" dirty="0" smtClean="0"/>
          </a:p>
          <a:p>
            <a:r>
              <a:rPr lang="bg-BG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Цифрови</a:t>
            </a:r>
            <a:r>
              <a:rPr lang="bg-BG" sz="2000" dirty="0" smtClean="0"/>
              <a:t> – използват се стойности на аудиосигнала само в определени моменти, преобразуват се в поредица от числа, числата се записват под формата на файл.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4" y="2158637"/>
            <a:ext cx="3863884" cy="1845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853" y="3160123"/>
            <a:ext cx="3825966" cy="21521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2595" y="1977832"/>
            <a:ext cx="3065577" cy="28241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1053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426716">
            <a:off x="2299062" y="3739281"/>
            <a:ext cx="3058885" cy="30588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2. Устройство за цифров звукозапис, носители на информация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10778792" cy="2537096"/>
          </a:xfrm>
        </p:spPr>
        <p:txBody>
          <a:bodyPr>
            <a:normAutofit/>
          </a:bodyPr>
          <a:lstStyle/>
          <a:p>
            <a:r>
              <a:rPr lang="bg-BG" sz="2000" dirty="0" smtClean="0"/>
              <a:t>Записаният файл се съхранява на всякакви носители на информация – </a:t>
            </a:r>
            <a:r>
              <a:rPr lang="en-US" sz="2000" dirty="0" smtClean="0"/>
              <a:t>SD</a:t>
            </a:r>
            <a:r>
              <a:rPr lang="bg-BG" sz="2000" dirty="0" smtClean="0"/>
              <a:t> карта,</a:t>
            </a:r>
            <a:r>
              <a:rPr lang="en-US" sz="2000" dirty="0" smtClean="0"/>
              <a:t> USB Flash </a:t>
            </a:r>
            <a:r>
              <a:rPr lang="bg-BG" sz="2000" dirty="0" smtClean="0"/>
              <a:t>диск, </a:t>
            </a:r>
            <a:r>
              <a:rPr lang="en-US" sz="2000" dirty="0" smtClean="0"/>
              <a:t>CD ROM</a:t>
            </a:r>
            <a:r>
              <a:rPr lang="bg-BG" sz="2000" dirty="0" smtClean="0"/>
              <a:t>,</a:t>
            </a:r>
            <a:r>
              <a:rPr lang="en-US" sz="2000" dirty="0" smtClean="0"/>
              <a:t> DVD ROM</a:t>
            </a:r>
            <a:r>
              <a:rPr lang="bg-BG" sz="2000" dirty="0" smtClean="0"/>
              <a:t>. Все по-често за съхраняване на такава информация се ползват облачни услуги – </a:t>
            </a:r>
            <a:r>
              <a:rPr lang="en-US" sz="2000" dirty="0" smtClean="0"/>
              <a:t>Google Drive, Microsoft One Drive, ICloud</a:t>
            </a:r>
            <a:r>
              <a:rPr lang="bg-BG" sz="2000" dirty="0"/>
              <a:t> </a:t>
            </a:r>
            <a:r>
              <a:rPr lang="bg-BG" sz="2000" dirty="0" smtClean="0"/>
              <a:t>и други.</a:t>
            </a:r>
          </a:p>
          <a:p>
            <a:r>
              <a:rPr lang="bg-BG" sz="2000" dirty="0" smtClean="0"/>
              <a:t>Изборът на устройство за запис на звук зависи от това за какво ще го използваме и какво качество желаем. Най-разпространените и достъпни устройства са диктофон и смартфон.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9196" y="3863531"/>
            <a:ext cx="5512973" cy="281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3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643" y="335280"/>
            <a:ext cx="8596668" cy="879566"/>
          </a:xfrm>
        </p:spPr>
        <p:txBody>
          <a:bodyPr/>
          <a:lstStyle/>
          <a:p>
            <a:r>
              <a:rPr lang="bg-BG" dirty="0" smtClean="0"/>
              <a:t>3. Цифров диктофон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069" y="1214847"/>
            <a:ext cx="9026435" cy="5512524"/>
          </a:xfrm>
        </p:spPr>
        <p:txBody>
          <a:bodyPr>
            <a:normAutofit/>
          </a:bodyPr>
          <a:lstStyle/>
          <a:p>
            <a:r>
              <a:rPr lang="bg-BG" dirty="0" smtClean="0"/>
              <a:t>Устройство, преобразуващо говор и звук в цифров сигнал (последователност от числа), който се записва под формата на файл. Основните му характеристики са:</a:t>
            </a:r>
          </a:p>
          <a:p>
            <a:r>
              <a:rPr lang="bg-BG" sz="20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Качество на </a:t>
            </a:r>
            <a:r>
              <a:rPr lang="bg-BG" sz="2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звука </a:t>
            </a:r>
            <a:r>
              <a:rPr lang="bg-BG" dirty="0" smtClean="0"/>
              <a:t>– за доброто качество на звука спомага открито разположените микрофони (извън корпуса) на диктофона, които приемат оптимално звуковите вълни;</a:t>
            </a:r>
          </a:p>
          <a:p>
            <a:r>
              <a:rPr lang="bg-BG" sz="2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Живот на </a:t>
            </a:r>
            <a:r>
              <a:rPr lang="bg-BG" sz="20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батерията </a:t>
            </a:r>
            <a:r>
              <a:rPr lang="bg-BG" dirty="0"/>
              <a:t>– 48 часа и </a:t>
            </a:r>
            <a:r>
              <a:rPr lang="bg-BG" dirty="0" smtClean="0"/>
              <a:t>повече;</a:t>
            </a:r>
            <a:endParaRPr lang="bg-BG" dirty="0"/>
          </a:p>
          <a:p>
            <a:r>
              <a:rPr lang="bg-BG" sz="2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Време на </a:t>
            </a:r>
            <a:r>
              <a:rPr lang="bg-BG" sz="20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запис </a:t>
            </a:r>
            <a:r>
              <a:rPr lang="bg-BG" dirty="0" smtClean="0"/>
              <a:t>– максималното време е 1000 часа. Зависи от паметта на устройството и качеството на записа. По-високо качество, по-малко часове запис.</a:t>
            </a:r>
            <a:endParaRPr lang="bg-BG" dirty="0"/>
          </a:p>
          <a:p>
            <a:r>
              <a:rPr lang="bg-BG" sz="2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Допълнителни </a:t>
            </a:r>
            <a:r>
              <a:rPr lang="bg-BG" sz="20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функции </a:t>
            </a:r>
            <a:r>
              <a:rPr lang="bg-BG" dirty="0" smtClean="0"/>
              <a:t>– гласово активиране, възпроизвеждане с различна скорост, маркиране на моменти от записа;</a:t>
            </a:r>
            <a:endParaRPr lang="bg-BG" dirty="0"/>
          </a:p>
          <a:p>
            <a:r>
              <a:rPr lang="bg-BG" sz="2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От глас към </a:t>
            </a:r>
            <a:r>
              <a:rPr lang="bg-BG" sz="20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текст </a:t>
            </a:r>
            <a:r>
              <a:rPr lang="bg-BG" dirty="0" smtClean="0"/>
              <a:t>– за превръщането на записа в текст се използва специализиран софтуер;</a:t>
            </a:r>
            <a:endParaRPr lang="bg-BG" dirty="0"/>
          </a:p>
          <a:p>
            <a:r>
              <a:rPr lang="bg-BG" sz="2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Формат на </a:t>
            </a:r>
            <a:r>
              <a:rPr lang="bg-BG" sz="20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аудиозаписа </a:t>
            </a:r>
            <a:r>
              <a:rPr lang="bg-BG" dirty="0" smtClean="0"/>
              <a:t>– </a:t>
            </a:r>
            <a:r>
              <a:rPr lang="en-US" dirty="0" smtClean="0"/>
              <a:t>PCM (WAV), MP3</a:t>
            </a:r>
            <a:r>
              <a:rPr lang="bg-BG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8914" t="21629" r="16686"/>
          <a:stretch/>
        </p:blipFill>
        <p:spPr>
          <a:xfrm>
            <a:off x="9130311" y="1580605"/>
            <a:ext cx="2939015" cy="37359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51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769" y="269966"/>
            <a:ext cx="8596668" cy="879565"/>
          </a:xfrm>
        </p:spPr>
        <p:txBody>
          <a:bodyPr/>
          <a:lstStyle/>
          <a:p>
            <a:r>
              <a:rPr lang="bg-BG" dirty="0" smtClean="0"/>
              <a:t>4. Микрофони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194" y="1149531"/>
            <a:ext cx="11795760" cy="5512526"/>
          </a:xfrm>
        </p:spPr>
        <p:txBody>
          <a:bodyPr/>
          <a:lstStyle/>
          <a:p>
            <a:r>
              <a:rPr lang="bg-BG" dirty="0" smtClean="0"/>
              <a:t>Повечето устройства за запис на звук притежават аудиовход. Това позволява използването на външен микрофон. Видове:</a:t>
            </a:r>
          </a:p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Динамичен</a:t>
            </a:r>
            <a:r>
              <a:rPr lang="bg-BG" dirty="0" smtClean="0"/>
              <a:t> – за запис на живи изяви;</a:t>
            </a:r>
          </a:p>
          <a:p>
            <a:endParaRPr lang="bg-BG" dirty="0"/>
          </a:p>
          <a:p>
            <a:endParaRPr lang="bg-BG" dirty="0" smtClean="0"/>
          </a:p>
          <a:p>
            <a:endParaRPr lang="bg-BG" dirty="0"/>
          </a:p>
          <a:p>
            <a:endParaRPr lang="bg-BG" dirty="0" smtClean="0"/>
          </a:p>
          <a:p>
            <a:endParaRPr lang="bg-BG" dirty="0"/>
          </a:p>
          <a:p>
            <a:endParaRPr lang="bg-BG" dirty="0" smtClean="0"/>
          </a:p>
          <a:p>
            <a:endParaRPr lang="bg-BG" dirty="0"/>
          </a:p>
          <a:p>
            <a:endParaRPr lang="bg-BG" dirty="0" smtClean="0"/>
          </a:p>
          <a:p>
            <a:endParaRPr lang="bg-BG" dirty="0" smtClean="0"/>
          </a:p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Кондензаторен</a:t>
            </a:r>
            <a:r>
              <a:rPr lang="bg-BG" dirty="0" smtClean="0"/>
              <a:t> – за запис в звукозаписно студио.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515" y="1515034"/>
            <a:ext cx="4799102" cy="34389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4489441">
            <a:off x="9619440" y="1746470"/>
            <a:ext cx="2489034" cy="24890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01066" y="4358846"/>
            <a:ext cx="2540726" cy="24622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41" y="2856426"/>
            <a:ext cx="4407099" cy="300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5874"/>
          </a:xfrm>
        </p:spPr>
        <p:txBody>
          <a:bodyPr/>
          <a:lstStyle/>
          <a:p>
            <a:r>
              <a:rPr lang="bg-BG" dirty="0" smtClean="0"/>
              <a:t>Задачи: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202" y="1319348"/>
            <a:ext cx="9433317" cy="5512526"/>
          </a:xfrm>
        </p:spPr>
        <p:txBody>
          <a:bodyPr>
            <a:normAutofit/>
          </a:bodyPr>
          <a:lstStyle/>
          <a:p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bg-BG" dirty="0" smtClean="0"/>
              <a:t>Инсталирайте приложение за запис на аудио, в което има различни режими на работа (интервю, на открито и др.).</a:t>
            </a:r>
          </a:p>
          <a:p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bg-BG" sz="2000" dirty="0" smtClean="0"/>
              <a:t>Запишете кратък разговор от тип „интервю“ в закрито помещение. При този запис устройството трябва да е близо до човека, който говори (до 1м). Направете същия запис и на открито. Прехвърлете файловете на компютър (ще са нужни за следващите уроци).</a:t>
            </a:r>
          </a:p>
          <a:p>
            <a:r>
              <a:rPr lang="bg-BG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bg-BG" sz="2000" dirty="0" smtClean="0"/>
              <a:t>Потърсете динамичен микрофон. Свържете го към смартфон с приложение за запис на звук. Запишете говор, като държите микрофона последователно на следните разстояния:</a:t>
            </a:r>
          </a:p>
          <a:p>
            <a:r>
              <a:rPr lang="bg-BG" sz="2000" dirty="0" smtClean="0"/>
              <a:t>20-30 см от устата,</a:t>
            </a:r>
          </a:p>
          <a:p>
            <a:r>
              <a:rPr lang="bg-BG" sz="2000" dirty="0" smtClean="0"/>
              <a:t>10 см от устата,</a:t>
            </a:r>
          </a:p>
          <a:p>
            <a:r>
              <a:rPr lang="bg-BG" sz="2000" dirty="0" smtClean="0"/>
              <a:t>2-3 см от устата.</a:t>
            </a:r>
          </a:p>
          <a:p>
            <a:r>
              <a:rPr lang="bg-BG" sz="2000" dirty="0" smtClean="0"/>
              <a:t>Прослушайте записите. Как се променя гласът в зависимост от разстоянието? Кой от записите е най-добър?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386562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</TotalTime>
  <Words>559</Words>
  <Application>Microsoft Office PowerPoint</Application>
  <PresentationFormat>По избор</PresentationFormat>
  <Paragraphs>49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8" baseType="lpstr">
      <vt:lpstr>Facet</vt:lpstr>
      <vt:lpstr>Цифров звукозапис</vt:lpstr>
      <vt:lpstr>1. Звукозапис</vt:lpstr>
      <vt:lpstr>Системи за звукозапис:</vt:lpstr>
      <vt:lpstr>2. Устройство за цифров звукозапис, носители на информация</vt:lpstr>
      <vt:lpstr>3. Цифров диктофон</vt:lpstr>
      <vt:lpstr>4. Микрофони</vt:lpstr>
      <vt:lpstr>Задачи: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 звукозапис</dc:title>
  <dc:creator>Vanq Qneva</dc:creator>
  <cp:lastModifiedBy>su</cp:lastModifiedBy>
  <cp:revision>11</cp:revision>
  <dcterms:created xsi:type="dcterms:W3CDTF">2021-02-12T14:38:16Z</dcterms:created>
  <dcterms:modified xsi:type="dcterms:W3CDTF">2026-01-30T09:37:19Z</dcterms:modified>
</cp:coreProperties>
</file>