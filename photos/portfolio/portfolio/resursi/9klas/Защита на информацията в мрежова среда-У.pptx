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97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50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6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8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27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975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4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0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24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64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56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43666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29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6573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38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5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88BF8-B004-4794-8AF3-347F26C8B765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509310-EEB1-49F8-BFBB-7E6BCC348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73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g-BG" dirty="0" smtClean="0"/>
              <a:t>Защита на информацията в мрежова среда</a:t>
            </a:r>
            <a:endParaRPr lang="en-US" dirty="0"/>
          </a:p>
        </p:txBody>
      </p:sp>
      <p:sp>
        <p:nvSpPr>
          <p:cNvPr id="3" name="Подзаглавие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/>
              <a:t>9 клас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840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1. Рискове и заплахи в мрежова среда</a:t>
            </a: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 smtClean="0"/>
              <a:t>Свързването на компютрите в интернет води до рискове за информацията, съхранявана в тях. Нежеланият достъп до лична информация представлява сериозен риск за всеки потребител. Някои от съвременните опасности и заплахи в интернет са: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38031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1. Рискове и заплахи в мрежова среда</a:t>
            </a: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 smtClean="0"/>
              <a:t>А) унищожаване на важна лична, служебна или обществена информация;</a:t>
            </a:r>
          </a:p>
          <a:p>
            <a:r>
              <a:rPr lang="bg-BG" sz="2400" dirty="0" smtClean="0"/>
              <a:t>Б) повреди на важни компютърни програми и услуги;</a:t>
            </a:r>
          </a:p>
          <a:p>
            <a:r>
              <a:rPr lang="bg-BG" sz="2400" dirty="0" smtClean="0"/>
              <a:t>В) нарушения на нормалната дейност на фирми и обществени институции;</a:t>
            </a:r>
          </a:p>
          <a:p>
            <a:r>
              <a:rPr lang="bg-BG" sz="2400" dirty="0" smtClean="0"/>
              <a:t>Г) извършване на кражби и криминални престъпления.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6038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2. Закон за защита на личните данни.</a:t>
            </a: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bg-BG" sz="2400" dirty="0" smtClean="0"/>
              <a:t>Защитава личните данни на всеки гражданин от нежелан достъп и неправомерно използване от други граждани и организации. В него е описано какво представляват личните данни и само при какви обстоятелства може да се даде достъп до тях. Всяко нарушаване на закона се преследва по съдебен път. Аналогично се защитават и авторските права върху различни продукти – филми, песни, софтуер.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862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3. Основни методи за защита в мрежата</a:t>
            </a:r>
            <a:endParaRPr lang="en-US" dirty="0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sz="2400" dirty="0" smtClean="0"/>
              <a:t>1</a:t>
            </a:r>
            <a:r>
              <a:rPr lang="bg-BG" sz="2400" b="1" dirty="0" smtClean="0"/>
              <a:t>) Персонализиране на достъпа до ресурси </a:t>
            </a:r>
            <a:r>
              <a:rPr lang="bg-BG" sz="2400" dirty="0" smtClean="0"/>
              <a:t>– когато потребителите на даден компютър или устройство са повече от един, за всеки </a:t>
            </a:r>
            <a:r>
              <a:rPr lang="bg-BG" sz="2400" dirty="0"/>
              <a:t>о</a:t>
            </a:r>
            <a:r>
              <a:rPr lang="bg-BG" sz="2400" dirty="0" smtClean="0"/>
              <a:t>т тях може да бъде създаден:</a:t>
            </a:r>
          </a:p>
          <a:p>
            <a:pPr marL="0" indent="0">
              <a:buNone/>
            </a:pPr>
            <a:r>
              <a:rPr lang="bg-BG" sz="2400" dirty="0" smtClean="0"/>
              <a:t>    </a:t>
            </a:r>
            <a:r>
              <a:rPr lang="bg-BG" sz="2400" b="1" dirty="0" smtClean="0"/>
              <a:t>а) акаунт/профил</a:t>
            </a:r>
            <a:r>
              <a:rPr lang="bg-BG" sz="2400" dirty="0"/>
              <a:t> </a:t>
            </a:r>
            <a:r>
              <a:rPr lang="bg-BG" sz="2400" dirty="0" smtClean="0"/>
              <a:t>- чрез него може да бъде предоставен достъп до определени програми или настройки на ОС.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255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>
          <a:xfrm>
            <a:off x="609600" y="1752600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lang="bg-BG" sz="2400" dirty="0" smtClean="0"/>
              <a:t>Достъпа до всеки акаунт се осъществява с:</a:t>
            </a:r>
          </a:p>
          <a:p>
            <a:pPr marL="0" indent="0">
              <a:buNone/>
            </a:pPr>
            <a:r>
              <a:rPr lang="bg-BG" sz="2400" dirty="0" smtClean="0"/>
              <a:t>   </a:t>
            </a:r>
            <a:r>
              <a:rPr lang="bg-BG" sz="2400" b="1" dirty="0" smtClean="0"/>
              <a:t>б) потребителско име;</a:t>
            </a:r>
          </a:p>
          <a:p>
            <a:pPr marL="0" indent="0">
              <a:buNone/>
            </a:pPr>
            <a:r>
              <a:rPr lang="bg-BG" sz="2400" b="1" dirty="0" smtClean="0"/>
              <a:t>   в) парола.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7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smtClean="0"/>
              <a:t>2) </a:t>
            </a:r>
            <a:r>
              <a:rPr lang="bg-BG" sz="2400" b="1" dirty="0" smtClean="0"/>
              <a:t>Криптиране на файлове </a:t>
            </a:r>
            <a:r>
              <a:rPr lang="bg-BG" sz="2400" dirty="0" smtClean="0"/>
              <a:t>– шифриране на съдържанието на файловете – запазва ги във вид, който не може да бъде прочетен от друг освен от създателя им.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78024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b="1" dirty="0" smtClean="0"/>
              <a:t>3</a:t>
            </a:r>
            <a:r>
              <a:rPr lang="bg-BG" sz="2400" b="1" dirty="0" smtClean="0"/>
              <a:t>)</a:t>
            </a:r>
            <a:r>
              <a:rPr lang="bg-BG" sz="2400" dirty="0" smtClean="0"/>
              <a:t> </a:t>
            </a:r>
            <a:r>
              <a:rPr lang="bg-BG" sz="2400" b="1" dirty="0" smtClean="0"/>
              <a:t>Използване на електронен подпис – </a:t>
            </a:r>
            <a:r>
              <a:rPr lang="bg-BG" sz="2400" dirty="0" smtClean="0"/>
              <a:t>предназначен е за защита и за гарантиране на идентичността на автора. Издава се от сертифициращ орган. Съдържа име на човек, сериен номер, дата на валидност и други.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839110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sz="2400" dirty="0" smtClean="0"/>
              <a:t>4)</a:t>
            </a:r>
            <a:r>
              <a:rPr lang="bg-BG" dirty="0" smtClean="0"/>
              <a:t> </a:t>
            </a:r>
            <a:r>
              <a:rPr lang="bg-BG" sz="2400" dirty="0" smtClean="0"/>
              <a:t>Контролиране на достъпа до мрежата чрез </a:t>
            </a:r>
            <a:r>
              <a:rPr lang="bg-BG" sz="2400" b="1" dirty="0" smtClean="0"/>
              <a:t>защитни стени </a:t>
            </a:r>
            <a:r>
              <a:rPr lang="bg-BG" sz="2400" dirty="0" smtClean="0"/>
              <a:t>– могат да бъдат реализирани софтуерно или да комбинират хардуерни и софтуерни решения. Когато една програма се опитва да осъществи достъп до интернет за първи път, софтуерните защитни стени питат дали да й разрешат достъп. Защитната стена не може да защити от вирусна атака.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3499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2400" dirty="0" smtClean="0"/>
              <a:t>5</a:t>
            </a:r>
            <a:r>
              <a:rPr lang="bg-BG" sz="2400" b="1" dirty="0" smtClean="0"/>
              <a:t>) Бисквитки </a:t>
            </a:r>
            <a:r>
              <a:rPr lang="bg-BG" sz="2400" dirty="0" smtClean="0"/>
              <a:t>– малък файл, съдържащ информация, свързана с начина на ползване на уебстраници от човек</a:t>
            </a:r>
            <a:r>
              <a:rPr lang="bg-BG" sz="2400" dirty="0" smtClean="0"/>
              <a:t>.</a:t>
            </a:r>
            <a:endParaRPr lang="en-US" sz="2400" dirty="0" smtClean="0"/>
          </a:p>
          <a:p>
            <a:r>
              <a:rPr lang="bg-BG" sz="2400" smtClean="0"/>
              <a:t>Чрез тях на отваряните от потребителя сайтове се появяват реклами, свързани с предишни търсения.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448173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</TotalTime>
  <Words>417</Words>
  <Application>Microsoft Office PowerPoint</Application>
  <PresentationFormat>On-screen Show (4:3)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Защита на информацията в мрежова среда</vt:lpstr>
      <vt:lpstr>1. Рискове и заплахи в мрежова среда</vt:lpstr>
      <vt:lpstr>1. Рискове и заплахи в мрежова среда</vt:lpstr>
      <vt:lpstr>2. Закон за защита на личните данни.</vt:lpstr>
      <vt:lpstr>3. Основни методи за защита в мрежата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на информацията в мрежова среда</dc:title>
  <dc:creator>su</dc:creator>
  <cp:lastModifiedBy>Administrator</cp:lastModifiedBy>
  <cp:revision>15</cp:revision>
  <dcterms:created xsi:type="dcterms:W3CDTF">2025-12-11T07:04:20Z</dcterms:created>
  <dcterms:modified xsi:type="dcterms:W3CDTF">2025-12-11T08:45:47Z</dcterms:modified>
</cp:coreProperties>
</file>