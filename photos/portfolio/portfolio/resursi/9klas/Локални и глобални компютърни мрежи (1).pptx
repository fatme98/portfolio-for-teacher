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B893A3-7D1B-78F2-6CC4-BBA119ACFA3F}" v="5" dt="2025-10-29T13:14:30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ахиде Осман" userId="S::vahide.osman@edu.mon.bg::74697e6c-680a-49b0-9877-6caab1a16330" providerId="AD" clId="Web-{99B893A3-7D1B-78F2-6CC4-BBA119ACFA3F}"/>
    <pc:docChg chg="modSld">
      <pc:chgData name="Вахиде Осман" userId="S::vahide.osman@edu.mon.bg::74697e6c-680a-49b0-9877-6caab1a16330" providerId="AD" clId="Web-{99B893A3-7D1B-78F2-6CC4-BBA119ACFA3F}" dt="2025-10-29T13:14:30.208" v="37"/>
      <pc:docMkLst>
        <pc:docMk/>
      </pc:docMkLst>
      <pc:sldChg chg="addSp modSp mod setBg">
        <pc:chgData name="Вахиде Осман" userId="S::vahide.osman@edu.mon.bg::74697e6c-680a-49b0-9877-6caab1a16330" providerId="AD" clId="Web-{99B893A3-7D1B-78F2-6CC4-BBA119ACFA3F}" dt="2025-10-29T13:08:24.581" v="0"/>
        <pc:sldMkLst>
          <pc:docMk/>
          <pc:sldMk cId="3303113957" sldId="256"/>
        </pc:sldMkLst>
        <pc:spChg chg="mod">
          <ac:chgData name="Вахиде Осман" userId="S::vahide.osman@edu.mon.bg::74697e6c-680a-49b0-9877-6caab1a16330" providerId="AD" clId="Web-{99B893A3-7D1B-78F2-6CC4-BBA119ACFA3F}" dt="2025-10-29T13:08:24.581" v="0"/>
          <ac:spMkLst>
            <pc:docMk/>
            <pc:sldMk cId="3303113957" sldId="256"/>
            <ac:spMk id="2" creationId="{00000000-0000-0000-0000-000000000000}"/>
          </ac:spMkLst>
        </pc:spChg>
        <pc:spChg chg="mod">
          <ac:chgData name="Вахиде Осман" userId="S::vahide.osman@edu.mon.bg::74697e6c-680a-49b0-9877-6caab1a16330" providerId="AD" clId="Web-{99B893A3-7D1B-78F2-6CC4-BBA119ACFA3F}" dt="2025-10-29T13:08:24.581" v="0"/>
          <ac:spMkLst>
            <pc:docMk/>
            <pc:sldMk cId="3303113957" sldId="256"/>
            <ac:spMk id="3" creationId="{00000000-0000-0000-0000-000000000000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8:24.581" v="0"/>
          <ac:spMkLst>
            <pc:docMk/>
            <pc:sldMk cId="3303113957" sldId="256"/>
            <ac:spMk id="8" creationId="{4E1BEB12-92AF-4445-98AD-4C7756E7C93B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8:24.581" v="0"/>
          <ac:spMkLst>
            <pc:docMk/>
            <pc:sldMk cId="3303113957" sldId="256"/>
            <ac:spMk id="10" creationId="{D0522C2C-7B5C-48A7-A969-03941E5D2E76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8:24.581" v="0"/>
          <ac:spMkLst>
            <pc:docMk/>
            <pc:sldMk cId="3303113957" sldId="256"/>
            <ac:spMk id="12" creationId="{9C682A1A-5B2D-4111-BBD6-620165633E5B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8:24.581" v="0"/>
          <ac:spMkLst>
            <pc:docMk/>
            <pc:sldMk cId="3303113957" sldId="256"/>
            <ac:spMk id="14" creationId="{D6EE29F2-D77F-4BD0-A20B-334D316A1C9D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8:24.581" v="0"/>
          <ac:spMkLst>
            <pc:docMk/>
            <pc:sldMk cId="3303113957" sldId="256"/>
            <ac:spMk id="16" creationId="{22D09ED2-868F-42C6-866E-F92E0CEF314F}"/>
          </ac:spMkLst>
        </pc:spChg>
      </pc:sldChg>
      <pc:sldChg chg="addSp delSp modSp mod setBg">
        <pc:chgData name="Вахиде Осман" userId="S::vahide.osman@edu.mon.bg::74697e6c-680a-49b0-9877-6caab1a16330" providerId="AD" clId="Web-{99B893A3-7D1B-78F2-6CC4-BBA119ACFA3F}" dt="2025-10-29T13:09:04.815" v="3" actId="14100"/>
        <pc:sldMkLst>
          <pc:docMk/>
          <pc:sldMk cId="1884144283" sldId="257"/>
        </pc:sldMkLst>
        <pc:spChg chg="mod">
          <ac:chgData name="Вахиде Осман" userId="S::vahide.osman@edu.mon.bg::74697e6c-680a-49b0-9877-6caab1a16330" providerId="AD" clId="Web-{99B893A3-7D1B-78F2-6CC4-BBA119ACFA3F}" dt="2025-10-29T13:08:41.800" v="1"/>
          <ac:spMkLst>
            <pc:docMk/>
            <pc:sldMk cId="1884144283" sldId="257"/>
            <ac:spMk id="2" creationId="{00000000-0000-0000-0000-000000000000}"/>
          </ac:spMkLst>
        </pc:spChg>
        <pc:spChg chg="del">
          <ac:chgData name="Вахиде Осман" userId="S::vahide.osman@edu.mon.bg::74697e6c-680a-49b0-9877-6caab1a16330" providerId="AD" clId="Web-{99B893A3-7D1B-78F2-6CC4-BBA119ACFA3F}" dt="2025-10-29T13:08:41.800" v="1"/>
          <ac:spMkLst>
            <pc:docMk/>
            <pc:sldMk cId="1884144283" sldId="257"/>
            <ac:spMk id="3" creationId="{00000000-0000-0000-0000-000000000000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8:41.800" v="1"/>
          <ac:spMkLst>
            <pc:docMk/>
            <pc:sldMk cId="1884144283" sldId="257"/>
            <ac:spMk id="10" creationId="{B50AB553-2A96-4A92-96F2-93548E096954}"/>
          </ac:spMkLst>
        </pc:spChg>
        <pc:graphicFrameChg chg="add mod">
          <ac:chgData name="Вахиде Осман" userId="S::vahide.osman@edu.mon.bg::74697e6c-680a-49b0-9877-6caab1a16330" providerId="AD" clId="Web-{99B893A3-7D1B-78F2-6CC4-BBA119ACFA3F}" dt="2025-10-29T13:09:04.815" v="3" actId="14100"/>
          <ac:graphicFrameMkLst>
            <pc:docMk/>
            <pc:sldMk cId="1884144283" sldId="257"/>
            <ac:graphicFrameMk id="5" creationId="{4F91EA8C-D2D5-D06F-657B-87A00F63765C}"/>
          </ac:graphicFrameMkLst>
        </pc:graphicFrameChg>
        <pc:picChg chg="add">
          <ac:chgData name="Вахиде Осман" userId="S::vahide.osman@edu.mon.bg::74697e6c-680a-49b0-9877-6caab1a16330" providerId="AD" clId="Web-{99B893A3-7D1B-78F2-6CC4-BBA119ACFA3F}" dt="2025-10-29T13:08:41.800" v="1"/>
          <ac:picMkLst>
            <pc:docMk/>
            <pc:sldMk cId="1884144283" sldId="257"/>
            <ac:picMk id="6" creationId="{AEBF7030-3682-EA51-EE80-F3206809BBF7}"/>
          </ac:picMkLst>
        </pc:picChg>
      </pc:sldChg>
      <pc:sldChg chg="addSp modSp mod setBg">
        <pc:chgData name="Вахиде Осман" userId="S::vahide.osman@edu.mon.bg::74697e6c-680a-49b0-9877-6caab1a16330" providerId="AD" clId="Web-{99B893A3-7D1B-78F2-6CC4-BBA119ACFA3F}" dt="2025-10-29T13:09:26.112" v="4"/>
        <pc:sldMkLst>
          <pc:docMk/>
          <pc:sldMk cId="2655265349" sldId="258"/>
        </pc:sldMkLst>
        <pc:spChg chg="mod">
          <ac:chgData name="Вахиде Осман" userId="S::vahide.osman@edu.mon.bg::74697e6c-680a-49b0-9877-6caab1a16330" providerId="AD" clId="Web-{99B893A3-7D1B-78F2-6CC4-BBA119ACFA3F}" dt="2025-10-29T13:09:26.112" v="4"/>
          <ac:spMkLst>
            <pc:docMk/>
            <pc:sldMk cId="2655265349" sldId="258"/>
            <ac:spMk id="2" creationId="{00000000-0000-0000-0000-000000000000}"/>
          </ac:spMkLst>
        </pc:spChg>
        <pc:spChg chg="mod">
          <ac:chgData name="Вахиде Осман" userId="S::vahide.osman@edu.mon.bg::74697e6c-680a-49b0-9877-6caab1a16330" providerId="AD" clId="Web-{99B893A3-7D1B-78F2-6CC4-BBA119ACFA3F}" dt="2025-10-29T13:09:26.112" v="4"/>
          <ac:spMkLst>
            <pc:docMk/>
            <pc:sldMk cId="2655265349" sldId="258"/>
            <ac:spMk id="3" creationId="{00000000-0000-0000-0000-000000000000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9:26.112" v="4"/>
          <ac:spMkLst>
            <pc:docMk/>
            <pc:sldMk cId="2655265349" sldId="258"/>
            <ac:spMk id="8" creationId="{907EF6B7-1338-4443-8C46-6A318D952DFD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9:26.112" v="4"/>
          <ac:spMkLst>
            <pc:docMk/>
            <pc:sldMk cId="2655265349" sldId="258"/>
            <ac:spMk id="10" creationId="{DAAE4CDD-124C-4DCF-9584-B6033B545DD5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9:26.112" v="4"/>
          <ac:spMkLst>
            <pc:docMk/>
            <pc:sldMk cId="2655265349" sldId="258"/>
            <ac:spMk id="12" creationId="{081E4A58-353D-44AE-B2FC-2A74E2E400F7}"/>
          </ac:spMkLst>
        </pc:spChg>
      </pc:sldChg>
      <pc:sldChg chg="addSp modSp mod setBg">
        <pc:chgData name="Вахиде Осман" userId="S::vahide.osman@edu.mon.bg::74697e6c-680a-49b0-9877-6caab1a16330" providerId="AD" clId="Web-{99B893A3-7D1B-78F2-6CC4-BBA119ACFA3F}" dt="2025-10-29T13:09:35.566" v="5"/>
        <pc:sldMkLst>
          <pc:docMk/>
          <pc:sldMk cId="257430621" sldId="259"/>
        </pc:sldMkLst>
        <pc:spChg chg="mod">
          <ac:chgData name="Вахиде Осман" userId="S::vahide.osman@edu.mon.bg::74697e6c-680a-49b0-9877-6caab1a16330" providerId="AD" clId="Web-{99B893A3-7D1B-78F2-6CC4-BBA119ACFA3F}" dt="2025-10-29T13:09:35.566" v="5"/>
          <ac:spMkLst>
            <pc:docMk/>
            <pc:sldMk cId="257430621" sldId="259"/>
            <ac:spMk id="2" creationId="{00000000-0000-0000-0000-000000000000}"/>
          </ac:spMkLst>
        </pc:spChg>
        <pc:spChg chg="mod">
          <ac:chgData name="Вахиде Осман" userId="S::vahide.osman@edu.mon.bg::74697e6c-680a-49b0-9877-6caab1a16330" providerId="AD" clId="Web-{99B893A3-7D1B-78F2-6CC4-BBA119ACFA3F}" dt="2025-10-29T13:09:35.566" v="5"/>
          <ac:spMkLst>
            <pc:docMk/>
            <pc:sldMk cId="257430621" sldId="259"/>
            <ac:spMk id="3" creationId="{00000000-0000-0000-0000-000000000000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9:35.566" v="5"/>
          <ac:spMkLst>
            <pc:docMk/>
            <pc:sldMk cId="257430621" sldId="259"/>
            <ac:spMk id="8" creationId="{907EF6B7-1338-4443-8C46-6A318D952DFD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9:35.566" v="5"/>
          <ac:spMkLst>
            <pc:docMk/>
            <pc:sldMk cId="257430621" sldId="259"/>
            <ac:spMk id="10" creationId="{DAAE4CDD-124C-4DCF-9584-B6033B545DD5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9:35.566" v="5"/>
          <ac:spMkLst>
            <pc:docMk/>
            <pc:sldMk cId="257430621" sldId="259"/>
            <ac:spMk id="12" creationId="{081E4A58-353D-44AE-B2FC-2A74E2E400F7}"/>
          </ac:spMkLst>
        </pc:spChg>
      </pc:sldChg>
      <pc:sldChg chg="addSp modSp mod setBg">
        <pc:chgData name="Вахиде Осман" userId="S::vahide.osman@edu.mon.bg::74697e6c-680a-49b0-9877-6caab1a16330" providerId="AD" clId="Web-{99B893A3-7D1B-78F2-6CC4-BBA119ACFA3F}" dt="2025-10-29T13:09:49.237" v="6"/>
        <pc:sldMkLst>
          <pc:docMk/>
          <pc:sldMk cId="648245439" sldId="260"/>
        </pc:sldMkLst>
        <pc:spChg chg="mod">
          <ac:chgData name="Вахиде Осман" userId="S::vahide.osman@edu.mon.bg::74697e6c-680a-49b0-9877-6caab1a16330" providerId="AD" clId="Web-{99B893A3-7D1B-78F2-6CC4-BBA119ACFA3F}" dt="2025-10-29T13:09:49.237" v="6"/>
          <ac:spMkLst>
            <pc:docMk/>
            <pc:sldMk cId="648245439" sldId="260"/>
            <ac:spMk id="2" creationId="{00000000-0000-0000-0000-000000000000}"/>
          </ac:spMkLst>
        </pc:spChg>
        <pc:spChg chg="mod">
          <ac:chgData name="Вахиде Осман" userId="S::vahide.osman@edu.mon.bg::74697e6c-680a-49b0-9877-6caab1a16330" providerId="AD" clId="Web-{99B893A3-7D1B-78F2-6CC4-BBA119ACFA3F}" dt="2025-10-29T13:09:49.237" v="6"/>
          <ac:spMkLst>
            <pc:docMk/>
            <pc:sldMk cId="648245439" sldId="260"/>
            <ac:spMk id="3" creationId="{00000000-0000-0000-0000-000000000000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9:49.237" v="6"/>
          <ac:spMkLst>
            <pc:docMk/>
            <pc:sldMk cId="648245439" sldId="260"/>
            <ac:spMk id="8" creationId="{907EF6B7-1338-4443-8C46-6A318D952DFD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9:49.237" v="6"/>
          <ac:spMkLst>
            <pc:docMk/>
            <pc:sldMk cId="648245439" sldId="260"/>
            <ac:spMk id="10" creationId="{DAAE4CDD-124C-4DCF-9584-B6033B545DD5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09:49.237" v="6"/>
          <ac:spMkLst>
            <pc:docMk/>
            <pc:sldMk cId="648245439" sldId="260"/>
            <ac:spMk id="12" creationId="{081E4A58-353D-44AE-B2FC-2A74E2E400F7}"/>
          </ac:spMkLst>
        </pc:spChg>
      </pc:sldChg>
      <pc:sldChg chg="addSp delSp modSp mod setBg setClrOvrMap">
        <pc:chgData name="Вахиде Осман" userId="S::vahide.osman@edu.mon.bg::74697e6c-680a-49b0-9877-6caab1a16330" providerId="AD" clId="Web-{99B893A3-7D1B-78F2-6CC4-BBA119ACFA3F}" dt="2025-10-29T13:11:45.473" v="19" actId="14100"/>
        <pc:sldMkLst>
          <pc:docMk/>
          <pc:sldMk cId="2711051110" sldId="261"/>
        </pc:sldMkLst>
        <pc:spChg chg="mod">
          <ac:chgData name="Вахиде Осман" userId="S::vahide.osman@edu.mon.bg::74697e6c-680a-49b0-9877-6caab1a16330" providerId="AD" clId="Web-{99B893A3-7D1B-78F2-6CC4-BBA119ACFA3F}" dt="2025-10-29T13:11:29.582" v="16"/>
          <ac:spMkLst>
            <pc:docMk/>
            <pc:sldMk cId="2711051110" sldId="261"/>
            <ac:spMk id="2" creationId="{00000000-0000-0000-0000-000000000000}"/>
          </ac:spMkLst>
        </pc:spChg>
        <pc:spChg chg="del mod">
          <ac:chgData name="Вахиде Осман" userId="S::vahide.osman@edu.mon.bg::74697e6c-680a-49b0-9877-6caab1a16330" providerId="AD" clId="Web-{99B893A3-7D1B-78F2-6CC4-BBA119ACFA3F}" dt="2025-10-29T13:10:27.925" v="9"/>
          <ac:spMkLst>
            <pc:docMk/>
            <pc:sldMk cId="2711051110" sldId="261"/>
            <ac:spMk id="3" creationId="{00000000-0000-0000-0000-000000000000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0:27.863" v="8"/>
          <ac:spMkLst>
            <pc:docMk/>
            <pc:sldMk cId="2711051110" sldId="261"/>
            <ac:spMk id="8" creationId="{081EA652-8C6A-4E69-BEB9-170809474553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0:27.863" v="8"/>
          <ac:spMkLst>
            <pc:docMk/>
            <pc:sldMk cId="2711051110" sldId="261"/>
            <ac:spMk id="10" creationId="{5298780A-33B9-4EA2-8F67-DE68AD62841B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0:27.863" v="8"/>
          <ac:spMkLst>
            <pc:docMk/>
            <pc:sldMk cId="2711051110" sldId="261"/>
            <ac:spMk id="12" creationId="{7F488E8B-4E1E-4402-8935-D4E6C02615C7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1:29.582" v="16"/>
          <ac:spMkLst>
            <pc:docMk/>
            <pc:sldMk cId="2711051110" sldId="261"/>
            <ac:spMk id="16" creationId="{9228552E-C8B1-4A80-8448-0787CE0FC704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1:29.457" v="15"/>
          <ac:spMkLst>
            <pc:docMk/>
            <pc:sldMk cId="2711051110" sldId="261"/>
            <ac:spMk id="21" creationId="{45D37F4E-DDB4-456B-97E0-9937730A039F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1:29.457" v="15"/>
          <ac:spMkLst>
            <pc:docMk/>
            <pc:sldMk cId="2711051110" sldId="261"/>
            <ac:spMk id="23" creationId="{B2DD41CD-8F47-4F56-AD12-4E2FF7696987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11:29.582" v="16"/>
          <ac:spMkLst>
            <pc:docMk/>
            <pc:sldMk cId="2711051110" sldId="261"/>
            <ac:spMk id="25" creationId="{BB48116A-278A-4CC5-89D3-9DE8E8FF1245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11:29.582" v="16"/>
          <ac:spMkLst>
            <pc:docMk/>
            <pc:sldMk cId="2711051110" sldId="261"/>
            <ac:spMk id="26" creationId="{DB304A14-32D0-4873-B914-423ED7B8DAFD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11:29.582" v="16"/>
          <ac:spMkLst>
            <pc:docMk/>
            <pc:sldMk cId="2711051110" sldId="261"/>
            <ac:spMk id="27" creationId="{1D460C86-854F-4FB3-ABC2-E823D8FEB9DB}"/>
          </ac:spMkLst>
        </pc:spChg>
        <pc:graphicFrameChg chg="add mod modGraphic">
          <ac:chgData name="Вахиде Осман" userId="S::vahide.osman@edu.mon.bg::74697e6c-680a-49b0-9877-6caab1a16330" providerId="AD" clId="Web-{99B893A3-7D1B-78F2-6CC4-BBA119ACFA3F}" dt="2025-10-29T13:11:45.473" v="19" actId="14100"/>
          <ac:graphicFrameMkLst>
            <pc:docMk/>
            <pc:sldMk cId="2711051110" sldId="261"/>
            <ac:graphicFrameMk id="5" creationId="{0432F848-6FF2-5BAC-9F1F-1C8EAF9D81F5}"/>
          </ac:graphicFrameMkLst>
        </pc:graphicFrameChg>
        <pc:picChg chg="add mod ord">
          <ac:chgData name="Вахиде Осман" userId="S::vahide.osman@edu.mon.bg::74697e6c-680a-49b0-9877-6caab1a16330" providerId="AD" clId="Web-{99B893A3-7D1B-78F2-6CC4-BBA119ACFA3F}" dt="2025-10-29T13:11:29.582" v="16"/>
          <ac:picMkLst>
            <pc:docMk/>
            <pc:sldMk cId="2711051110" sldId="261"/>
            <ac:picMk id="6" creationId="{5B7E73F5-EFA2-957E-7D16-C7E2471C4273}"/>
          </ac:picMkLst>
        </pc:picChg>
        <pc:cxnChg chg="add del">
          <ac:chgData name="Вахиде Осман" userId="S::vahide.osman@edu.mon.bg::74697e6c-680a-49b0-9877-6caab1a16330" providerId="AD" clId="Web-{99B893A3-7D1B-78F2-6CC4-BBA119ACFA3F}" dt="2025-10-29T13:10:27.863" v="8"/>
          <ac:cxnSpMkLst>
            <pc:docMk/>
            <pc:sldMk cId="2711051110" sldId="261"/>
            <ac:cxnSpMk id="14" creationId="{23AAC9B5-8015-485C-ACF9-A750390E9A56}"/>
          </ac:cxnSpMkLst>
        </pc:cxnChg>
      </pc:sldChg>
      <pc:sldChg chg="addSp delSp modSp mod setBg">
        <pc:chgData name="Вахиде Осман" userId="S::vahide.osman@edu.mon.bg::74697e6c-680a-49b0-9877-6caab1a16330" providerId="AD" clId="Web-{99B893A3-7D1B-78F2-6CC4-BBA119ACFA3F}" dt="2025-10-29T13:12:10.645" v="20"/>
        <pc:sldMkLst>
          <pc:docMk/>
          <pc:sldMk cId="1529530961" sldId="262"/>
        </pc:sldMkLst>
        <pc:spChg chg="mod">
          <ac:chgData name="Вахиде Осман" userId="S::vahide.osman@edu.mon.bg::74697e6c-680a-49b0-9877-6caab1a16330" providerId="AD" clId="Web-{99B893A3-7D1B-78F2-6CC4-BBA119ACFA3F}" dt="2025-10-29T13:12:10.645" v="20"/>
          <ac:spMkLst>
            <pc:docMk/>
            <pc:sldMk cId="1529530961" sldId="262"/>
            <ac:spMk id="2" creationId="{00000000-0000-0000-0000-000000000000}"/>
          </ac:spMkLst>
        </pc:spChg>
        <pc:spChg chg="del">
          <ac:chgData name="Вахиде Осман" userId="S::vahide.osman@edu.mon.bg::74697e6c-680a-49b0-9877-6caab1a16330" providerId="AD" clId="Web-{99B893A3-7D1B-78F2-6CC4-BBA119ACFA3F}" dt="2025-10-29T13:12:10.645" v="20"/>
          <ac:spMkLst>
            <pc:docMk/>
            <pc:sldMk cId="1529530961" sldId="262"/>
            <ac:spMk id="3" creationId="{00000000-0000-0000-0000-000000000000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12:10.645" v="20"/>
          <ac:spMkLst>
            <pc:docMk/>
            <pc:sldMk cId="1529530961" sldId="262"/>
            <ac:spMk id="9" creationId="{9DBC8166-481C-4473-95F5-9A5B9073B7F1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12:10.645" v="20"/>
          <ac:spMkLst>
            <pc:docMk/>
            <pc:sldMk cId="1529530961" sldId="262"/>
            <ac:spMk id="11" creationId="{A5A5CE6E-90AF-4D43-A014-1F9EC83EB93D}"/>
          </ac:spMkLst>
        </pc:spChg>
        <pc:graphicFrameChg chg="add">
          <ac:chgData name="Вахиде Осман" userId="S::vahide.osman@edu.mon.bg::74697e6c-680a-49b0-9877-6caab1a16330" providerId="AD" clId="Web-{99B893A3-7D1B-78F2-6CC4-BBA119ACFA3F}" dt="2025-10-29T13:12:10.645" v="20"/>
          <ac:graphicFrameMkLst>
            <pc:docMk/>
            <pc:sldMk cId="1529530961" sldId="262"/>
            <ac:graphicFrameMk id="5" creationId="{1934642E-F369-6991-DA2E-F884B08A956A}"/>
          </ac:graphicFrameMkLst>
        </pc:graphicFrameChg>
      </pc:sldChg>
      <pc:sldChg chg="addSp delSp modSp mod setBg setClrOvrMap">
        <pc:chgData name="Вахиде Осман" userId="S::vahide.osman@edu.mon.bg::74697e6c-680a-49b0-9877-6caab1a16330" providerId="AD" clId="Web-{99B893A3-7D1B-78F2-6CC4-BBA119ACFA3F}" dt="2025-10-29T13:13:02.879" v="25"/>
        <pc:sldMkLst>
          <pc:docMk/>
          <pc:sldMk cId="3453474812" sldId="263"/>
        </pc:sldMkLst>
        <pc:spChg chg="mod">
          <ac:chgData name="Вахиде Осман" userId="S::vahide.osman@edu.mon.bg::74697e6c-680a-49b0-9877-6caab1a16330" providerId="AD" clId="Web-{99B893A3-7D1B-78F2-6CC4-BBA119ACFA3F}" dt="2025-10-29T13:13:02.879" v="25"/>
          <ac:spMkLst>
            <pc:docMk/>
            <pc:sldMk cId="3453474812" sldId="263"/>
            <ac:spMk id="2" creationId="{00000000-0000-0000-0000-000000000000}"/>
          </ac:spMkLst>
        </pc:spChg>
        <pc:spChg chg="del">
          <ac:chgData name="Вахиде Осман" userId="S::vahide.osman@edu.mon.bg::74697e6c-680a-49b0-9877-6caab1a16330" providerId="AD" clId="Web-{99B893A3-7D1B-78F2-6CC4-BBA119ACFA3F}" dt="2025-10-29T13:12:22.848" v="21"/>
          <ac:spMkLst>
            <pc:docMk/>
            <pc:sldMk cId="3453474812" sldId="263"/>
            <ac:spMk id="3" creationId="{00000000-0000-0000-0000-000000000000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3:02.879" v="25"/>
          <ac:spMkLst>
            <pc:docMk/>
            <pc:sldMk cId="3453474812" sldId="263"/>
            <ac:spMk id="10" creationId="{B50AB553-2A96-4A92-96F2-93548E096954}"/>
          </ac:spMkLst>
        </pc:spChg>
        <pc:spChg chg="add">
          <ac:chgData name="Вахиде Осман" userId="S::vahide.osman@edu.mon.bg::74697e6c-680a-49b0-9877-6caab1a16330" providerId="AD" clId="Web-{99B893A3-7D1B-78F2-6CC4-BBA119ACFA3F}" dt="2025-10-29T13:13:02.879" v="25"/>
          <ac:spMkLst>
            <pc:docMk/>
            <pc:sldMk cId="3453474812" sldId="263"/>
            <ac:spMk id="15" creationId="{9228552E-C8B1-4A80-8448-0787CE0FC704}"/>
          </ac:spMkLst>
        </pc:spChg>
        <pc:graphicFrameChg chg="add mod modGraphic">
          <ac:chgData name="Вахиде Осман" userId="S::vahide.osman@edu.mon.bg::74697e6c-680a-49b0-9877-6caab1a16330" providerId="AD" clId="Web-{99B893A3-7D1B-78F2-6CC4-BBA119ACFA3F}" dt="2025-10-29T13:13:02.879" v="25"/>
          <ac:graphicFrameMkLst>
            <pc:docMk/>
            <pc:sldMk cId="3453474812" sldId="263"/>
            <ac:graphicFrameMk id="5" creationId="{89185668-8088-74B8-25F3-410D1A396115}"/>
          </ac:graphicFrameMkLst>
        </pc:graphicFrameChg>
        <pc:picChg chg="add mod">
          <ac:chgData name="Вахиде Осман" userId="S::vahide.osman@edu.mon.bg::74697e6c-680a-49b0-9877-6caab1a16330" providerId="AD" clId="Web-{99B893A3-7D1B-78F2-6CC4-BBA119ACFA3F}" dt="2025-10-29T13:13:02.879" v="25"/>
          <ac:picMkLst>
            <pc:docMk/>
            <pc:sldMk cId="3453474812" sldId="263"/>
            <ac:picMk id="6" creationId="{0CB11696-4F18-8A61-9229-A17444F4D795}"/>
          </ac:picMkLst>
        </pc:picChg>
      </pc:sldChg>
      <pc:sldChg chg="addSp delSp">
        <pc:chgData name="Вахиде Осман" userId="S::vahide.osman@edu.mon.bg::74697e6c-680a-49b0-9877-6caab1a16330" providerId="AD" clId="Web-{99B893A3-7D1B-78F2-6CC4-BBA119ACFA3F}" dt="2025-10-29T13:13:30.176" v="26"/>
        <pc:sldMkLst>
          <pc:docMk/>
          <pc:sldMk cId="4010375637" sldId="264"/>
        </pc:sldMkLst>
        <pc:spChg chg="del">
          <ac:chgData name="Вахиде Осман" userId="S::vahide.osman@edu.mon.bg::74697e6c-680a-49b0-9877-6caab1a16330" providerId="AD" clId="Web-{99B893A3-7D1B-78F2-6CC4-BBA119ACFA3F}" dt="2025-10-29T13:13:30.176" v="26"/>
          <ac:spMkLst>
            <pc:docMk/>
            <pc:sldMk cId="4010375637" sldId="264"/>
            <ac:spMk id="3" creationId="{00000000-0000-0000-0000-000000000000}"/>
          </ac:spMkLst>
        </pc:spChg>
        <pc:graphicFrameChg chg="add">
          <ac:chgData name="Вахиде Осман" userId="S::vahide.osman@edu.mon.bg::74697e6c-680a-49b0-9877-6caab1a16330" providerId="AD" clId="Web-{99B893A3-7D1B-78F2-6CC4-BBA119ACFA3F}" dt="2025-10-29T13:13:30.176" v="26"/>
          <ac:graphicFrameMkLst>
            <pc:docMk/>
            <pc:sldMk cId="4010375637" sldId="264"/>
            <ac:graphicFrameMk id="5" creationId="{141932F1-9DBC-1807-663B-791BBC8A39FF}"/>
          </ac:graphicFrameMkLst>
        </pc:graphicFrameChg>
      </pc:sldChg>
      <pc:sldChg chg="addSp delSp modSp mod setBg">
        <pc:chgData name="Вахиде Осман" userId="S::vahide.osman@edu.mon.bg::74697e6c-680a-49b0-9877-6caab1a16330" providerId="AD" clId="Web-{99B893A3-7D1B-78F2-6CC4-BBA119ACFA3F}" dt="2025-10-29T13:14:30.208" v="37"/>
        <pc:sldMkLst>
          <pc:docMk/>
          <pc:sldMk cId="2358594436" sldId="265"/>
        </pc:sldMkLst>
        <pc:spChg chg="mod">
          <ac:chgData name="Вахиде Осман" userId="S::vahide.osman@edu.mon.bg::74697e6c-680a-49b0-9877-6caab1a16330" providerId="AD" clId="Web-{99B893A3-7D1B-78F2-6CC4-BBA119ACFA3F}" dt="2025-10-29T13:14:01.723" v="30"/>
          <ac:spMkLst>
            <pc:docMk/>
            <pc:sldMk cId="2358594436" sldId="265"/>
            <ac:spMk id="2" creationId="{00000000-0000-0000-0000-000000000000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4:30.208" v="37"/>
          <ac:spMkLst>
            <pc:docMk/>
            <pc:sldMk cId="2358594436" sldId="265"/>
            <ac:spMk id="3" creationId="{00000000-0000-0000-0000-000000000000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3:53.895" v="28"/>
          <ac:spMkLst>
            <pc:docMk/>
            <pc:sldMk cId="2358594436" sldId="265"/>
            <ac:spMk id="9" creationId="{56E9B3E6-E277-4D68-BA48-9CB43FFBD6E2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4:01.723" v="30"/>
          <ac:spMkLst>
            <pc:docMk/>
            <pc:sldMk cId="2358594436" sldId="265"/>
            <ac:spMk id="13" creationId="{AAD0DBB9-1A4B-4391-81D4-CB19F9AB918A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4:01.723" v="30"/>
          <ac:spMkLst>
            <pc:docMk/>
            <pc:sldMk cId="2358594436" sldId="265"/>
            <ac:spMk id="15" creationId="{063BBA22-50EA-4C4D-BE05-F1CE4E63AA56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3:53.895" v="28"/>
          <ac:spMkLst>
            <pc:docMk/>
            <pc:sldMk cId="2358594436" sldId="265"/>
            <ac:spMk id="16" creationId="{D5B0017B-2ECA-49AF-B397-DC140825DF8D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4:01.723" v="30"/>
          <ac:spMkLst>
            <pc:docMk/>
            <pc:sldMk cId="2358594436" sldId="265"/>
            <ac:spMk id="20" creationId="{BACC6370-2D7E-4714-9D71-7542949D7D5D}"/>
          </ac:spMkLst>
        </pc:spChg>
        <pc:spChg chg="add del">
          <ac:chgData name="Вахиде Осман" userId="S::vahide.osman@edu.mon.bg::74697e6c-680a-49b0-9877-6caab1a16330" providerId="AD" clId="Web-{99B893A3-7D1B-78F2-6CC4-BBA119ACFA3F}" dt="2025-10-29T13:14:01.723" v="30"/>
          <ac:spMkLst>
            <pc:docMk/>
            <pc:sldMk cId="2358594436" sldId="265"/>
            <ac:spMk id="21" creationId="{F68B3F68-107C-434F-AA38-110D5EA91B85}"/>
          </ac:spMkLst>
        </pc:spChg>
        <pc:grpChg chg="add del">
          <ac:chgData name="Вахиде Осман" userId="S::vahide.osman@edu.mon.bg::74697e6c-680a-49b0-9877-6caab1a16330" providerId="AD" clId="Web-{99B893A3-7D1B-78F2-6CC4-BBA119ACFA3F}" dt="2025-10-29T13:13:53.895" v="28"/>
          <ac:grpSpMkLst>
            <pc:docMk/>
            <pc:sldMk cId="2358594436" sldId="265"/>
            <ac:grpSpMk id="11" creationId="{AE1C45F0-260A-458C-96ED-C1F6D2151219}"/>
          </ac:grpSpMkLst>
        </pc:grpChg>
        <pc:graphicFrameChg chg="add del">
          <ac:chgData name="Вахиде Осман" userId="S::vahide.osman@edu.mon.bg::74697e6c-680a-49b0-9877-6caab1a16330" providerId="AD" clId="Web-{99B893A3-7D1B-78F2-6CC4-BBA119ACFA3F}" dt="2025-10-29T13:13:53.895" v="28"/>
          <ac:graphicFrameMkLst>
            <pc:docMk/>
            <pc:sldMk cId="2358594436" sldId="265"/>
            <ac:graphicFrameMk id="5" creationId="{CE02037F-BC46-5F44-5DB4-40A2282206EF}"/>
          </ac:graphicFrameMkLst>
        </pc:graphicFrameChg>
        <pc:graphicFrameChg chg="add del">
          <ac:chgData name="Вахиде Осман" userId="S::vahide.osman@edu.mon.bg::74697e6c-680a-49b0-9877-6caab1a16330" providerId="AD" clId="Web-{99B893A3-7D1B-78F2-6CC4-BBA119ACFA3F}" dt="2025-10-29T13:14:01.723" v="30"/>
          <ac:graphicFrameMkLst>
            <pc:docMk/>
            <pc:sldMk cId="2358594436" sldId="265"/>
            <ac:graphicFrameMk id="22" creationId="{E14D6BA2-0550-9E85-E631-6128F3942AC0}"/>
          </ac:graphicFrameMkLst>
        </pc:graphicFrameChg>
        <pc:graphicFrameChg chg="add del">
          <ac:chgData name="Вахиде Осман" userId="S::vahide.osman@edu.mon.bg::74697e6c-680a-49b0-9877-6caab1a16330" providerId="AD" clId="Web-{99B893A3-7D1B-78F2-6CC4-BBA119ACFA3F}" dt="2025-10-29T13:14:17.161" v="32"/>
          <ac:graphicFrameMkLst>
            <pc:docMk/>
            <pc:sldMk cId="2358594436" sldId="265"/>
            <ac:graphicFrameMk id="24" creationId="{588805B4-9F66-1B5B-1128-8C24E94F9B64}"/>
          </ac:graphicFrameMkLst>
        </pc:graphicFrameChg>
        <pc:graphicFrameChg chg="add del">
          <ac:chgData name="Вахиде Осман" userId="S::vahide.osman@edu.mon.bg::74697e6c-680a-49b0-9877-6caab1a16330" providerId="AD" clId="Web-{99B893A3-7D1B-78F2-6CC4-BBA119ACFA3F}" dt="2025-10-29T13:14:21.161" v="34"/>
          <ac:graphicFrameMkLst>
            <pc:docMk/>
            <pc:sldMk cId="2358594436" sldId="265"/>
            <ac:graphicFrameMk id="26" creationId="{DC0A7206-8A6E-2F27-824E-314A682290E2}"/>
          </ac:graphicFrameMkLst>
        </pc:graphicFrameChg>
        <pc:graphicFrameChg chg="add del">
          <ac:chgData name="Вахиде Осман" userId="S::vahide.osman@edu.mon.bg::74697e6c-680a-49b0-9877-6caab1a16330" providerId="AD" clId="Web-{99B893A3-7D1B-78F2-6CC4-BBA119ACFA3F}" dt="2025-10-29T13:14:30.176" v="36"/>
          <ac:graphicFrameMkLst>
            <pc:docMk/>
            <pc:sldMk cId="2358594436" sldId="265"/>
            <ac:graphicFrameMk id="28" creationId="{E159E24E-EAD0-295F-DDCC-EEBEB60DFA3F}"/>
          </ac:graphicFrameMkLst>
        </pc:graphicFrameChg>
        <pc:graphicFrameChg chg="add">
          <ac:chgData name="Вахиде Осман" userId="S::vahide.osman@edu.mon.bg::74697e6c-680a-49b0-9877-6caab1a16330" providerId="AD" clId="Web-{99B893A3-7D1B-78F2-6CC4-BBA119ACFA3F}" dt="2025-10-29T13:14:30.208" v="37"/>
          <ac:graphicFrameMkLst>
            <pc:docMk/>
            <pc:sldMk cId="2358594436" sldId="265"/>
            <ac:graphicFrameMk id="30" creationId="{9201CFB0-422F-BE16-9EC0-B72E9ACAC5FC}"/>
          </ac:graphicFrameMkLst>
        </pc:graphicFrameChg>
        <pc:cxnChg chg="add del">
          <ac:chgData name="Вахиде Осман" userId="S::vahide.osman@edu.mon.bg::74697e6c-680a-49b0-9877-6caab1a16330" providerId="AD" clId="Web-{99B893A3-7D1B-78F2-6CC4-BBA119ACFA3F}" dt="2025-10-29T13:13:53.895" v="28"/>
          <ac:cxnSpMkLst>
            <pc:docMk/>
            <pc:sldMk cId="2358594436" sldId="265"/>
            <ac:cxnSpMk id="18" creationId="{6CF1BAF6-AD41-4082-B212-8A1F9A2E8779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A572C4-B54D-4705-858F-5D233D67100E}" type="doc">
      <dgm:prSet loTypeId="urn:microsoft.com/office/officeart/2005/8/layout/vList5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2D92DC2-282C-4274-8EE7-C076405339BD}">
      <dgm:prSet/>
      <dgm:spPr/>
      <dgm:t>
        <a:bodyPr/>
        <a:lstStyle/>
        <a:p>
          <a:r>
            <a:rPr lang="ru-RU"/>
            <a:t>Компютърна мрежа е система от свързани устройства, които обменят информация и ресурси.</a:t>
          </a:r>
          <a:endParaRPr lang="en-US"/>
        </a:p>
      </dgm:t>
    </dgm:pt>
    <dgm:pt modelId="{24AD8967-135A-471E-8E50-5B56F2DFC556}" type="parTrans" cxnId="{EFE7103C-3B87-4426-A12D-F39AEC506B0F}">
      <dgm:prSet/>
      <dgm:spPr/>
      <dgm:t>
        <a:bodyPr/>
        <a:lstStyle/>
        <a:p>
          <a:endParaRPr lang="en-US"/>
        </a:p>
      </dgm:t>
    </dgm:pt>
    <dgm:pt modelId="{C82263D4-B511-456B-94FE-9DB07F90D933}" type="sibTrans" cxnId="{EFE7103C-3B87-4426-A12D-F39AEC506B0F}">
      <dgm:prSet/>
      <dgm:spPr/>
      <dgm:t>
        <a:bodyPr/>
        <a:lstStyle/>
        <a:p>
          <a:endParaRPr lang="en-US"/>
        </a:p>
      </dgm:t>
    </dgm:pt>
    <dgm:pt modelId="{B726C115-4733-47CC-9D18-A958E3D7E42E}">
      <dgm:prSet/>
      <dgm:spPr/>
      <dgm:t>
        <a:bodyPr/>
        <a:lstStyle/>
        <a:p>
          <a:r>
            <a:rPr lang="ru-RU"/>
            <a:t>Основна цел: споделяне на данни, ресурси и услуги.</a:t>
          </a:r>
          <a:endParaRPr lang="en-US"/>
        </a:p>
      </dgm:t>
    </dgm:pt>
    <dgm:pt modelId="{94934208-93B6-4807-A08A-71D3EC0E7736}" type="parTrans" cxnId="{DB09437A-82AD-432F-A286-A3C0053A35F0}">
      <dgm:prSet/>
      <dgm:spPr/>
      <dgm:t>
        <a:bodyPr/>
        <a:lstStyle/>
        <a:p>
          <a:endParaRPr lang="en-US"/>
        </a:p>
      </dgm:t>
    </dgm:pt>
    <dgm:pt modelId="{4E9DEE88-EB16-4D4E-9024-F6D7E835FB03}" type="sibTrans" cxnId="{DB09437A-82AD-432F-A286-A3C0053A35F0}">
      <dgm:prSet/>
      <dgm:spPr/>
      <dgm:t>
        <a:bodyPr/>
        <a:lstStyle/>
        <a:p>
          <a:endParaRPr lang="en-US"/>
        </a:p>
      </dgm:t>
    </dgm:pt>
    <dgm:pt modelId="{CE738607-C0EC-461F-BD7B-A5B997843C26}">
      <dgm:prSet/>
      <dgm:spPr/>
      <dgm:t>
        <a:bodyPr/>
        <a:lstStyle/>
        <a:p>
          <a:r>
            <a:rPr lang="ru-RU"/>
            <a:t>Примери: училищната мрежа, интернет, офисни мрежи.</a:t>
          </a:r>
          <a:endParaRPr lang="en-US"/>
        </a:p>
      </dgm:t>
    </dgm:pt>
    <dgm:pt modelId="{96065DEC-7200-4478-9CAF-CFD413B64C00}" type="parTrans" cxnId="{8CF43D50-5B3A-46B8-AC62-9CE23E74D9C7}">
      <dgm:prSet/>
      <dgm:spPr/>
      <dgm:t>
        <a:bodyPr/>
        <a:lstStyle/>
        <a:p>
          <a:endParaRPr lang="en-US"/>
        </a:p>
      </dgm:t>
    </dgm:pt>
    <dgm:pt modelId="{E1234287-B3CB-49FA-9752-1EC751C57D4E}" type="sibTrans" cxnId="{8CF43D50-5B3A-46B8-AC62-9CE23E74D9C7}">
      <dgm:prSet/>
      <dgm:spPr/>
      <dgm:t>
        <a:bodyPr/>
        <a:lstStyle/>
        <a:p>
          <a:endParaRPr lang="en-US"/>
        </a:p>
      </dgm:t>
    </dgm:pt>
    <dgm:pt modelId="{F84E0904-02B5-4EFC-9378-1D53592593F8}" type="pres">
      <dgm:prSet presAssocID="{C4A572C4-B54D-4705-858F-5D233D67100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798BBBF-FF95-47BC-B2F1-CE44A3887CE6}" type="pres">
      <dgm:prSet presAssocID="{E2D92DC2-282C-4274-8EE7-C076405339BD}" presName="linNode" presStyleCnt="0"/>
      <dgm:spPr/>
    </dgm:pt>
    <dgm:pt modelId="{9028932B-C295-40C3-A45A-3CAF271523C7}" type="pres">
      <dgm:prSet presAssocID="{E2D92DC2-282C-4274-8EE7-C076405339BD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7F423D-C241-4E53-B231-7EF75E4FA0FA}" type="pres">
      <dgm:prSet presAssocID="{C82263D4-B511-456B-94FE-9DB07F90D933}" presName="sp" presStyleCnt="0"/>
      <dgm:spPr/>
    </dgm:pt>
    <dgm:pt modelId="{414BDBB1-38A6-4CCE-844B-88D38D644E7F}" type="pres">
      <dgm:prSet presAssocID="{B726C115-4733-47CC-9D18-A958E3D7E42E}" presName="linNode" presStyleCnt="0"/>
      <dgm:spPr/>
    </dgm:pt>
    <dgm:pt modelId="{EB958A82-D2A8-4397-9ACF-1122C3EEC326}" type="pres">
      <dgm:prSet presAssocID="{B726C115-4733-47CC-9D18-A958E3D7E42E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8C157A-A65F-44F1-AD49-FFD69DA2A27D}" type="pres">
      <dgm:prSet presAssocID="{4E9DEE88-EB16-4D4E-9024-F6D7E835FB03}" presName="sp" presStyleCnt="0"/>
      <dgm:spPr/>
    </dgm:pt>
    <dgm:pt modelId="{08CDBA54-724D-4C77-BE7F-3AA1D7F4FBB3}" type="pres">
      <dgm:prSet presAssocID="{CE738607-C0EC-461F-BD7B-A5B997843C26}" presName="linNode" presStyleCnt="0"/>
      <dgm:spPr/>
    </dgm:pt>
    <dgm:pt modelId="{C7C1A3E4-3FDA-436F-9464-99EC177DFCC0}" type="pres">
      <dgm:prSet presAssocID="{CE738607-C0EC-461F-BD7B-A5B997843C26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CF43D50-5B3A-46B8-AC62-9CE23E74D9C7}" srcId="{C4A572C4-B54D-4705-858F-5D233D67100E}" destId="{CE738607-C0EC-461F-BD7B-A5B997843C26}" srcOrd="2" destOrd="0" parTransId="{96065DEC-7200-4478-9CAF-CFD413B64C00}" sibTransId="{E1234287-B3CB-49FA-9752-1EC751C57D4E}"/>
    <dgm:cxn modelId="{A4895F9B-4854-4342-BF30-61BE6811A363}" type="presOf" srcId="{B726C115-4733-47CC-9D18-A958E3D7E42E}" destId="{EB958A82-D2A8-4397-9ACF-1122C3EEC326}" srcOrd="0" destOrd="0" presId="urn:microsoft.com/office/officeart/2005/8/layout/vList5"/>
    <dgm:cxn modelId="{B5C55029-7D83-486F-A565-B545882CD6B1}" type="presOf" srcId="{C4A572C4-B54D-4705-858F-5D233D67100E}" destId="{F84E0904-02B5-4EFC-9378-1D53592593F8}" srcOrd="0" destOrd="0" presId="urn:microsoft.com/office/officeart/2005/8/layout/vList5"/>
    <dgm:cxn modelId="{EFE7103C-3B87-4426-A12D-F39AEC506B0F}" srcId="{C4A572C4-B54D-4705-858F-5D233D67100E}" destId="{E2D92DC2-282C-4274-8EE7-C076405339BD}" srcOrd="0" destOrd="0" parTransId="{24AD8967-135A-471E-8E50-5B56F2DFC556}" sibTransId="{C82263D4-B511-456B-94FE-9DB07F90D933}"/>
    <dgm:cxn modelId="{5E973EE8-6F30-498B-B7CF-FEDB45129CC7}" type="presOf" srcId="{E2D92DC2-282C-4274-8EE7-C076405339BD}" destId="{9028932B-C295-40C3-A45A-3CAF271523C7}" srcOrd="0" destOrd="0" presId="urn:microsoft.com/office/officeart/2005/8/layout/vList5"/>
    <dgm:cxn modelId="{DB09437A-82AD-432F-A286-A3C0053A35F0}" srcId="{C4A572C4-B54D-4705-858F-5D233D67100E}" destId="{B726C115-4733-47CC-9D18-A958E3D7E42E}" srcOrd="1" destOrd="0" parTransId="{94934208-93B6-4807-A08A-71D3EC0E7736}" sibTransId="{4E9DEE88-EB16-4D4E-9024-F6D7E835FB03}"/>
    <dgm:cxn modelId="{FDFE0676-E03C-4876-9B73-4EBB2DCE2BF3}" type="presOf" srcId="{CE738607-C0EC-461F-BD7B-A5B997843C26}" destId="{C7C1A3E4-3FDA-436F-9464-99EC177DFCC0}" srcOrd="0" destOrd="0" presId="urn:microsoft.com/office/officeart/2005/8/layout/vList5"/>
    <dgm:cxn modelId="{5D29EE52-90D5-4CF2-AA14-F17C0760DCD1}" type="presParOf" srcId="{F84E0904-02B5-4EFC-9378-1D53592593F8}" destId="{C798BBBF-FF95-47BC-B2F1-CE44A3887CE6}" srcOrd="0" destOrd="0" presId="urn:microsoft.com/office/officeart/2005/8/layout/vList5"/>
    <dgm:cxn modelId="{32E7D876-D8FD-4E54-A510-0A4491890F15}" type="presParOf" srcId="{C798BBBF-FF95-47BC-B2F1-CE44A3887CE6}" destId="{9028932B-C295-40C3-A45A-3CAF271523C7}" srcOrd="0" destOrd="0" presId="urn:microsoft.com/office/officeart/2005/8/layout/vList5"/>
    <dgm:cxn modelId="{90269EE1-39E1-47E2-A5FB-B350AE22FA65}" type="presParOf" srcId="{F84E0904-02B5-4EFC-9378-1D53592593F8}" destId="{8C7F423D-C241-4E53-B231-7EF75E4FA0FA}" srcOrd="1" destOrd="0" presId="urn:microsoft.com/office/officeart/2005/8/layout/vList5"/>
    <dgm:cxn modelId="{2405145B-BA89-4E73-B2A2-1892A3D0C02C}" type="presParOf" srcId="{F84E0904-02B5-4EFC-9378-1D53592593F8}" destId="{414BDBB1-38A6-4CCE-844B-88D38D644E7F}" srcOrd="2" destOrd="0" presId="urn:microsoft.com/office/officeart/2005/8/layout/vList5"/>
    <dgm:cxn modelId="{A6879B6C-A49D-4BD7-8FA7-D4AB7E249519}" type="presParOf" srcId="{414BDBB1-38A6-4CCE-844B-88D38D644E7F}" destId="{EB958A82-D2A8-4397-9ACF-1122C3EEC326}" srcOrd="0" destOrd="0" presId="urn:microsoft.com/office/officeart/2005/8/layout/vList5"/>
    <dgm:cxn modelId="{AD5A443E-5CD3-4753-A32A-E42B15556356}" type="presParOf" srcId="{F84E0904-02B5-4EFC-9378-1D53592593F8}" destId="{5C8C157A-A65F-44F1-AD49-FFD69DA2A27D}" srcOrd="3" destOrd="0" presId="urn:microsoft.com/office/officeart/2005/8/layout/vList5"/>
    <dgm:cxn modelId="{85EFCC16-2FD2-48CE-AB44-9C8443C18577}" type="presParOf" srcId="{F84E0904-02B5-4EFC-9378-1D53592593F8}" destId="{08CDBA54-724D-4C77-BE7F-3AA1D7F4FBB3}" srcOrd="4" destOrd="0" presId="urn:microsoft.com/office/officeart/2005/8/layout/vList5"/>
    <dgm:cxn modelId="{8A2EFB93-433E-4EEF-ADBF-3D5C0E5F2740}" type="presParOf" srcId="{08CDBA54-724D-4C77-BE7F-3AA1D7F4FBB3}" destId="{C7C1A3E4-3FDA-436F-9464-99EC177DFCC0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469169-264A-4BED-A355-AE730E6BCE02}" type="doc">
      <dgm:prSet loTypeId="urn:microsoft.com/office/officeart/2005/8/layout/vList5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8EA24F6-5BF5-4694-983C-24E6F9CAACFE}">
      <dgm:prSet/>
      <dgm:spPr/>
      <dgm:t>
        <a:bodyPr/>
        <a:lstStyle/>
        <a:p>
          <a:r>
            <a:rPr lang="ru-RU" dirty="0"/>
            <a:t>Електронна поща (E-mail) – изпращане и получаване на съобщения.</a:t>
          </a:r>
          <a:endParaRPr lang="en-US" dirty="0"/>
        </a:p>
      </dgm:t>
    </dgm:pt>
    <dgm:pt modelId="{F48DDB53-3B21-47EA-900C-45C5352B06F1}" type="parTrans" cxnId="{D5521343-97A2-4DF3-BC38-6D957B74859D}">
      <dgm:prSet/>
      <dgm:spPr/>
      <dgm:t>
        <a:bodyPr/>
        <a:lstStyle/>
        <a:p>
          <a:endParaRPr lang="en-US"/>
        </a:p>
      </dgm:t>
    </dgm:pt>
    <dgm:pt modelId="{9A12E73B-2C56-493F-ABB2-653140E761B4}" type="sibTrans" cxnId="{D5521343-97A2-4DF3-BC38-6D957B74859D}">
      <dgm:prSet/>
      <dgm:spPr/>
      <dgm:t>
        <a:bodyPr/>
        <a:lstStyle/>
        <a:p>
          <a:endParaRPr lang="en-US"/>
        </a:p>
      </dgm:t>
    </dgm:pt>
    <dgm:pt modelId="{A89060FD-CB96-4838-A4C5-0180C07A09C6}">
      <dgm:prSet/>
      <dgm:spPr/>
      <dgm:t>
        <a:bodyPr/>
        <a:lstStyle/>
        <a:p>
          <a:r>
            <a:rPr lang="ru-RU"/>
            <a:t>Уеб услуги (WWW) – достъп до сайтове и информация.</a:t>
          </a:r>
          <a:endParaRPr lang="en-US"/>
        </a:p>
      </dgm:t>
    </dgm:pt>
    <dgm:pt modelId="{834675EF-1589-435D-A17C-AC4C0D1DA181}" type="parTrans" cxnId="{15774BAE-1047-423A-9F2C-E924343FE9ED}">
      <dgm:prSet/>
      <dgm:spPr/>
      <dgm:t>
        <a:bodyPr/>
        <a:lstStyle/>
        <a:p>
          <a:endParaRPr lang="en-US"/>
        </a:p>
      </dgm:t>
    </dgm:pt>
    <dgm:pt modelId="{9FE3E5D4-9741-42FC-B308-757E080D660D}" type="sibTrans" cxnId="{15774BAE-1047-423A-9F2C-E924343FE9ED}">
      <dgm:prSet/>
      <dgm:spPr/>
      <dgm:t>
        <a:bodyPr/>
        <a:lstStyle/>
        <a:p>
          <a:endParaRPr lang="en-US"/>
        </a:p>
      </dgm:t>
    </dgm:pt>
    <dgm:pt modelId="{4EABE10E-7D3B-4D7F-B492-7770A92719A9}">
      <dgm:prSet/>
      <dgm:spPr/>
      <dgm:t>
        <a:bodyPr/>
        <a:lstStyle/>
        <a:p>
          <a:r>
            <a:rPr lang="ru-RU"/>
            <a:t>Файлови услуги – споделяне на документи.</a:t>
          </a:r>
          <a:endParaRPr lang="en-US"/>
        </a:p>
      </dgm:t>
    </dgm:pt>
    <dgm:pt modelId="{FEB63637-106C-4485-BD31-6BF8033D0E6E}" type="parTrans" cxnId="{A0E7A6B3-3E33-4841-A317-58B966F1DE00}">
      <dgm:prSet/>
      <dgm:spPr/>
      <dgm:t>
        <a:bodyPr/>
        <a:lstStyle/>
        <a:p>
          <a:endParaRPr lang="en-US"/>
        </a:p>
      </dgm:t>
    </dgm:pt>
    <dgm:pt modelId="{35B4CFFA-145E-4A50-B57C-5837C07ED8B8}" type="sibTrans" cxnId="{A0E7A6B3-3E33-4841-A317-58B966F1DE00}">
      <dgm:prSet/>
      <dgm:spPr/>
      <dgm:t>
        <a:bodyPr/>
        <a:lstStyle/>
        <a:p>
          <a:endParaRPr lang="en-US"/>
        </a:p>
      </dgm:t>
    </dgm:pt>
    <dgm:pt modelId="{75CF6DD5-E904-46CE-8D72-CEFC3F9259E9}">
      <dgm:prSet/>
      <dgm:spPr/>
      <dgm:t>
        <a:bodyPr/>
        <a:lstStyle/>
        <a:p>
          <a:r>
            <a:rPr lang="ru-RU"/>
            <a:t>Облачни услуги – съхранение и обработка на данни онлайн.</a:t>
          </a:r>
          <a:endParaRPr lang="en-US"/>
        </a:p>
      </dgm:t>
    </dgm:pt>
    <dgm:pt modelId="{3D248178-8A13-493E-BB26-2CA7AA706F47}" type="parTrans" cxnId="{31A13B51-2762-4D90-AAD8-9CC88D298376}">
      <dgm:prSet/>
      <dgm:spPr/>
      <dgm:t>
        <a:bodyPr/>
        <a:lstStyle/>
        <a:p>
          <a:endParaRPr lang="en-US"/>
        </a:p>
      </dgm:t>
    </dgm:pt>
    <dgm:pt modelId="{96C2C5B1-36BD-42D7-92F5-39D61D6C0595}" type="sibTrans" cxnId="{31A13B51-2762-4D90-AAD8-9CC88D298376}">
      <dgm:prSet/>
      <dgm:spPr/>
      <dgm:t>
        <a:bodyPr/>
        <a:lstStyle/>
        <a:p>
          <a:endParaRPr lang="en-US"/>
        </a:p>
      </dgm:t>
    </dgm:pt>
    <dgm:pt modelId="{B7A4B6DA-0219-4AB4-86AE-8C7767D8FF44}">
      <dgm:prSet/>
      <dgm:spPr/>
      <dgm:t>
        <a:bodyPr/>
        <a:lstStyle/>
        <a:p>
          <a:r>
            <a:rPr lang="ru-RU"/>
            <a:t>Комуникационни услуги – чатове, видеоразговори, социални мрежи.</a:t>
          </a:r>
          <a:endParaRPr lang="en-US"/>
        </a:p>
      </dgm:t>
    </dgm:pt>
    <dgm:pt modelId="{5FD80602-A1E5-452F-9620-08FC7BC5DFE8}" type="parTrans" cxnId="{61D40254-2A06-49FB-8FE5-3225F7024DCB}">
      <dgm:prSet/>
      <dgm:spPr/>
      <dgm:t>
        <a:bodyPr/>
        <a:lstStyle/>
        <a:p>
          <a:endParaRPr lang="en-US"/>
        </a:p>
      </dgm:t>
    </dgm:pt>
    <dgm:pt modelId="{C3AEE716-5F1A-448A-9FE6-D2ADA67563A1}" type="sibTrans" cxnId="{61D40254-2A06-49FB-8FE5-3225F7024DCB}">
      <dgm:prSet/>
      <dgm:spPr/>
      <dgm:t>
        <a:bodyPr/>
        <a:lstStyle/>
        <a:p>
          <a:endParaRPr lang="en-US"/>
        </a:p>
      </dgm:t>
    </dgm:pt>
    <dgm:pt modelId="{B6AD417E-97FB-48D9-BBCF-1B7A20E5C40B}" type="pres">
      <dgm:prSet presAssocID="{CD469169-264A-4BED-A355-AE730E6BCE0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0EFC7A1-2624-4816-ABDB-3BCEFABB311B}" type="pres">
      <dgm:prSet presAssocID="{18EA24F6-5BF5-4694-983C-24E6F9CAACFE}" presName="linNode" presStyleCnt="0"/>
      <dgm:spPr/>
    </dgm:pt>
    <dgm:pt modelId="{1BC58D29-A047-4255-9B9A-97BDB61E794F}" type="pres">
      <dgm:prSet presAssocID="{18EA24F6-5BF5-4694-983C-24E6F9CAACFE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156DA9-BF35-4E35-8D1D-F11E56B057D7}" type="pres">
      <dgm:prSet presAssocID="{9A12E73B-2C56-493F-ABB2-653140E761B4}" presName="sp" presStyleCnt="0"/>
      <dgm:spPr/>
    </dgm:pt>
    <dgm:pt modelId="{ED1F47E2-A76A-49B1-98B7-7D665F5FA32A}" type="pres">
      <dgm:prSet presAssocID="{A89060FD-CB96-4838-A4C5-0180C07A09C6}" presName="linNode" presStyleCnt="0"/>
      <dgm:spPr/>
    </dgm:pt>
    <dgm:pt modelId="{3B1F202A-B88C-4642-8B95-599E7D072834}" type="pres">
      <dgm:prSet presAssocID="{A89060FD-CB96-4838-A4C5-0180C07A09C6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6FA48B-3F56-470C-B4B8-AEA0DDCCF561}" type="pres">
      <dgm:prSet presAssocID="{9FE3E5D4-9741-42FC-B308-757E080D660D}" presName="sp" presStyleCnt="0"/>
      <dgm:spPr/>
    </dgm:pt>
    <dgm:pt modelId="{7D838AE4-8D1A-4CEB-86F5-263AF577774B}" type="pres">
      <dgm:prSet presAssocID="{4EABE10E-7D3B-4D7F-B492-7770A92719A9}" presName="linNode" presStyleCnt="0"/>
      <dgm:spPr/>
    </dgm:pt>
    <dgm:pt modelId="{7C013B2D-0579-4614-957B-FB56569A5B02}" type="pres">
      <dgm:prSet presAssocID="{4EABE10E-7D3B-4D7F-B492-7770A92719A9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14E7AB-29F5-4282-81C6-29452AEAA0B1}" type="pres">
      <dgm:prSet presAssocID="{35B4CFFA-145E-4A50-B57C-5837C07ED8B8}" presName="sp" presStyleCnt="0"/>
      <dgm:spPr/>
    </dgm:pt>
    <dgm:pt modelId="{B10236A7-0E73-4009-B5CB-08C5BC592EFA}" type="pres">
      <dgm:prSet presAssocID="{75CF6DD5-E904-46CE-8D72-CEFC3F9259E9}" presName="linNode" presStyleCnt="0"/>
      <dgm:spPr/>
    </dgm:pt>
    <dgm:pt modelId="{480440D6-86DC-49EF-86CB-F2501ACBFB5A}" type="pres">
      <dgm:prSet presAssocID="{75CF6DD5-E904-46CE-8D72-CEFC3F9259E9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8430D7-CECA-4C83-B841-8E800DD52B4C}" type="pres">
      <dgm:prSet presAssocID="{96C2C5B1-36BD-42D7-92F5-39D61D6C0595}" presName="sp" presStyleCnt="0"/>
      <dgm:spPr/>
    </dgm:pt>
    <dgm:pt modelId="{D8DB2EDD-E187-475D-8328-150B085603E8}" type="pres">
      <dgm:prSet presAssocID="{B7A4B6DA-0219-4AB4-86AE-8C7767D8FF44}" presName="linNode" presStyleCnt="0"/>
      <dgm:spPr/>
    </dgm:pt>
    <dgm:pt modelId="{BD9C02AA-1025-46F1-B348-8453B292FCB3}" type="pres">
      <dgm:prSet presAssocID="{B7A4B6DA-0219-4AB4-86AE-8C7767D8FF44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1A13B51-2762-4D90-AAD8-9CC88D298376}" srcId="{CD469169-264A-4BED-A355-AE730E6BCE02}" destId="{75CF6DD5-E904-46CE-8D72-CEFC3F9259E9}" srcOrd="3" destOrd="0" parTransId="{3D248178-8A13-493E-BB26-2CA7AA706F47}" sibTransId="{96C2C5B1-36BD-42D7-92F5-39D61D6C0595}"/>
    <dgm:cxn modelId="{CA687C1F-2C1E-4E85-A470-5BA37A74B63D}" type="presOf" srcId="{75CF6DD5-E904-46CE-8D72-CEFC3F9259E9}" destId="{480440D6-86DC-49EF-86CB-F2501ACBFB5A}" srcOrd="0" destOrd="0" presId="urn:microsoft.com/office/officeart/2005/8/layout/vList5"/>
    <dgm:cxn modelId="{A0E7A6B3-3E33-4841-A317-58B966F1DE00}" srcId="{CD469169-264A-4BED-A355-AE730E6BCE02}" destId="{4EABE10E-7D3B-4D7F-B492-7770A92719A9}" srcOrd="2" destOrd="0" parTransId="{FEB63637-106C-4485-BD31-6BF8033D0E6E}" sibTransId="{35B4CFFA-145E-4A50-B57C-5837C07ED8B8}"/>
    <dgm:cxn modelId="{61D40254-2A06-49FB-8FE5-3225F7024DCB}" srcId="{CD469169-264A-4BED-A355-AE730E6BCE02}" destId="{B7A4B6DA-0219-4AB4-86AE-8C7767D8FF44}" srcOrd="4" destOrd="0" parTransId="{5FD80602-A1E5-452F-9620-08FC7BC5DFE8}" sibTransId="{C3AEE716-5F1A-448A-9FE6-D2ADA67563A1}"/>
    <dgm:cxn modelId="{80EBCDB1-0B5A-4A27-951E-2492CF67483C}" type="presOf" srcId="{B7A4B6DA-0219-4AB4-86AE-8C7767D8FF44}" destId="{BD9C02AA-1025-46F1-B348-8453B292FCB3}" srcOrd="0" destOrd="0" presId="urn:microsoft.com/office/officeart/2005/8/layout/vList5"/>
    <dgm:cxn modelId="{F27C178A-42F5-4891-AA81-CC0CC5F1B376}" type="presOf" srcId="{CD469169-264A-4BED-A355-AE730E6BCE02}" destId="{B6AD417E-97FB-48D9-BBCF-1B7A20E5C40B}" srcOrd="0" destOrd="0" presId="urn:microsoft.com/office/officeart/2005/8/layout/vList5"/>
    <dgm:cxn modelId="{D5521343-97A2-4DF3-BC38-6D957B74859D}" srcId="{CD469169-264A-4BED-A355-AE730E6BCE02}" destId="{18EA24F6-5BF5-4694-983C-24E6F9CAACFE}" srcOrd="0" destOrd="0" parTransId="{F48DDB53-3B21-47EA-900C-45C5352B06F1}" sibTransId="{9A12E73B-2C56-493F-ABB2-653140E761B4}"/>
    <dgm:cxn modelId="{EF8111AA-B979-42A0-8131-CC53887261F2}" type="presOf" srcId="{A89060FD-CB96-4838-A4C5-0180C07A09C6}" destId="{3B1F202A-B88C-4642-8B95-599E7D072834}" srcOrd="0" destOrd="0" presId="urn:microsoft.com/office/officeart/2005/8/layout/vList5"/>
    <dgm:cxn modelId="{15774BAE-1047-423A-9F2C-E924343FE9ED}" srcId="{CD469169-264A-4BED-A355-AE730E6BCE02}" destId="{A89060FD-CB96-4838-A4C5-0180C07A09C6}" srcOrd="1" destOrd="0" parTransId="{834675EF-1589-435D-A17C-AC4C0D1DA181}" sibTransId="{9FE3E5D4-9741-42FC-B308-757E080D660D}"/>
    <dgm:cxn modelId="{B9F463AF-82F1-4FCA-B255-F093E9724EC8}" type="presOf" srcId="{18EA24F6-5BF5-4694-983C-24E6F9CAACFE}" destId="{1BC58D29-A047-4255-9B9A-97BDB61E794F}" srcOrd="0" destOrd="0" presId="urn:microsoft.com/office/officeart/2005/8/layout/vList5"/>
    <dgm:cxn modelId="{02C0DCF2-40D0-4F7C-9404-2E249DFC3569}" type="presOf" srcId="{4EABE10E-7D3B-4D7F-B492-7770A92719A9}" destId="{7C013B2D-0579-4614-957B-FB56569A5B02}" srcOrd="0" destOrd="0" presId="urn:microsoft.com/office/officeart/2005/8/layout/vList5"/>
    <dgm:cxn modelId="{EFBBA7D6-6E61-4C5B-84A4-66F3745C4FE2}" type="presParOf" srcId="{B6AD417E-97FB-48D9-BBCF-1B7A20E5C40B}" destId="{E0EFC7A1-2624-4816-ABDB-3BCEFABB311B}" srcOrd="0" destOrd="0" presId="urn:microsoft.com/office/officeart/2005/8/layout/vList5"/>
    <dgm:cxn modelId="{C66311F5-AC3A-4ABA-A674-CCB0343230FE}" type="presParOf" srcId="{E0EFC7A1-2624-4816-ABDB-3BCEFABB311B}" destId="{1BC58D29-A047-4255-9B9A-97BDB61E794F}" srcOrd="0" destOrd="0" presId="urn:microsoft.com/office/officeart/2005/8/layout/vList5"/>
    <dgm:cxn modelId="{91CBC344-1ABD-42D5-BA6B-1D1E3E2FDCFF}" type="presParOf" srcId="{B6AD417E-97FB-48D9-BBCF-1B7A20E5C40B}" destId="{12156DA9-BF35-4E35-8D1D-F11E56B057D7}" srcOrd="1" destOrd="0" presId="urn:microsoft.com/office/officeart/2005/8/layout/vList5"/>
    <dgm:cxn modelId="{BFAD81E3-6E44-45E7-8056-1D17FE488701}" type="presParOf" srcId="{B6AD417E-97FB-48D9-BBCF-1B7A20E5C40B}" destId="{ED1F47E2-A76A-49B1-98B7-7D665F5FA32A}" srcOrd="2" destOrd="0" presId="urn:microsoft.com/office/officeart/2005/8/layout/vList5"/>
    <dgm:cxn modelId="{563472F5-A9B9-4338-9885-B409375B7B7A}" type="presParOf" srcId="{ED1F47E2-A76A-49B1-98B7-7D665F5FA32A}" destId="{3B1F202A-B88C-4642-8B95-599E7D072834}" srcOrd="0" destOrd="0" presId="urn:microsoft.com/office/officeart/2005/8/layout/vList5"/>
    <dgm:cxn modelId="{6B4F0DAB-4AA3-49FB-9DB7-F70109250BAB}" type="presParOf" srcId="{B6AD417E-97FB-48D9-BBCF-1B7A20E5C40B}" destId="{3D6FA48B-3F56-470C-B4B8-AEA0DDCCF561}" srcOrd="3" destOrd="0" presId="urn:microsoft.com/office/officeart/2005/8/layout/vList5"/>
    <dgm:cxn modelId="{C3A6CE3A-2E9F-414A-8E77-26AB3BF0A6C5}" type="presParOf" srcId="{B6AD417E-97FB-48D9-BBCF-1B7A20E5C40B}" destId="{7D838AE4-8D1A-4CEB-86F5-263AF577774B}" srcOrd="4" destOrd="0" presId="urn:microsoft.com/office/officeart/2005/8/layout/vList5"/>
    <dgm:cxn modelId="{B6745EF1-BA96-483D-9DDC-DA6F6CA5B9F9}" type="presParOf" srcId="{7D838AE4-8D1A-4CEB-86F5-263AF577774B}" destId="{7C013B2D-0579-4614-957B-FB56569A5B02}" srcOrd="0" destOrd="0" presId="urn:microsoft.com/office/officeart/2005/8/layout/vList5"/>
    <dgm:cxn modelId="{35407089-74AE-4B73-9B8A-99EA5D463086}" type="presParOf" srcId="{B6AD417E-97FB-48D9-BBCF-1B7A20E5C40B}" destId="{9414E7AB-29F5-4282-81C6-29452AEAA0B1}" srcOrd="5" destOrd="0" presId="urn:microsoft.com/office/officeart/2005/8/layout/vList5"/>
    <dgm:cxn modelId="{5B80D5B7-020E-43F7-A33E-6AA8F1F024AE}" type="presParOf" srcId="{B6AD417E-97FB-48D9-BBCF-1B7A20E5C40B}" destId="{B10236A7-0E73-4009-B5CB-08C5BC592EFA}" srcOrd="6" destOrd="0" presId="urn:microsoft.com/office/officeart/2005/8/layout/vList5"/>
    <dgm:cxn modelId="{A62A36E0-DED3-4EEA-AACD-D400C0FB530F}" type="presParOf" srcId="{B10236A7-0E73-4009-B5CB-08C5BC592EFA}" destId="{480440D6-86DC-49EF-86CB-F2501ACBFB5A}" srcOrd="0" destOrd="0" presId="urn:microsoft.com/office/officeart/2005/8/layout/vList5"/>
    <dgm:cxn modelId="{2CC0F31C-CAA6-40B2-9829-20850EF252F0}" type="presParOf" srcId="{B6AD417E-97FB-48D9-BBCF-1B7A20E5C40B}" destId="{2B8430D7-CECA-4C83-B841-8E800DD52B4C}" srcOrd="7" destOrd="0" presId="urn:microsoft.com/office/officeart/2005/8/layout/vList5"/>
    <dgm:cxn modelId="{8780DA86-59E3-492C-9FC2-13C2BE5C1628}" type="presParOf" srcId="{B6AD417E-97FB-48D9-BBCF-1B7A20E5C40B}" destId="{D8DB2EDD-E187-475D-8328-150B085603E8}" srcOrd="8" destOrd="0" presId="urn:microsoft.com/office/officeart/2005/8/layout/vList5"/>
    <dgm:cxn modelId="{55EB99DD-99E9-4267-9986-7E41FAC6705C}" type="presParOf" srcId="{D8DB2EDD-E187-475D-8328-150B085603E8}" destId="{BD9C02AA-1025-46F1-B348-8453B292FCB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62B496-9E8F-4B83-A9F2-675FD56C2FEA}" type="doc">
      <dgm:prSet loTypeId="urn:microsoft.com/office/officeart/2005/8/layout/matrix3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B6AE8C5-C75B-431B-A3F5-80418D1444E3}">
      <dgm:prSet/>
      <dgm:spPr/>
      <dgm:t>
        <a:bodyPr/>
        <a:lstStyle/>
        <a:p>
          <a:r>
            <a:rPr lang="en-US"/>
            <a:t>Google Drive, OneDrive, Dropbox – </a:t>
          </a:r>
          <a:r>
            <a:rPr lang="bg-BG"/>
            <a:t>облачно съхранение.</a:t>
          </a:r>
          <a:endParaRPr lang="en-US"/>
        </a:p>
      </dgm:t>
    </dgm:pt>
    <dgm:pt modelId="{44FE0C61-D235-4076-9C7C-C30D54543ECE}" type="parTrans" cxnId="{F5BC13AE-D4DF-4CB1-9902-D2501BD0FA0D}">
      <dgm:prSet/>
      <dgm:spPr/>
      <dgm:t>
        <a:bodyPr/>
        <a:lstStyle/>
        <a:p>
          <a:endParaRPr lang="en-US"/>
        </a:p>
      </dgm:t>
    </dgm:pt>
    <dgm:pt modelId="{801A8CEE-B3A1-4DC0-9763-1C71956063AA}" type="sibTrans" cxnId="{F5BC13AE-D4DF-4CB1-9902-D2501BD0FA0D}">
      <dgm:prSet/>
      <dgm:spPr/>
      <dgm:t>
        <a:bodyPr/>
        <a:lstStyle/>
        <a:p>
          <a:endParaRPr lang="en-US"/>
        </a:p>
      </dgm:t>
    </dgm:pt>
    <dgm:pt modelId="{722EB763-447C-496A-9C50-6ED5EED018F4}">
      <dgm:prSet/>
      <dgm:spPr/>
      <dgm:t>
        <a:bodyPr/>
        <a:lstStyle/>
        <a:p>
          <a:r>
            <a:rPr lang="en-US"/>
            <a:t>Gmail, Outlook – </a:t>
          </a:r>
          <a:r>
            <a:rPr lang="bg-BG"/>
            <a:t>електронна поща.</a:t>
          </a:r>
          <a:endParaRPr lang="en-US"/>
        </a:p>
      </dgm:t>
    </dgm:pt>
    <dgm:pt modelId="{1D2AFE20-3778-4E97-8720-E9677E649E08}" type="parTrans" cxnId="{A5584607-221E-4BFE-8802-D8A486D9B435}">
      <dgm:prSet/>
      <dgm:spPr/>
      <dgm:t>
        <a:bodyPr/>
        <a:lstStyle/>
        <a:p>
          <a:endParaRPr lang="en-US"/>
        </a:p>
      </dgm:t>
    </dgm:pt>
    <dgm:pt modelId="{D6C197E7-1A16-463F-B639-6261B64CE3B3}" type="sibTrans" cxnId="{A5584607-221E-4BFE-8802-D8A486D9B435}">
      <dgm:prSet/>
      <dgm:spPr/>
      <dgm:t>
        <a:bodyPr/>
        <a:lstStyle/>
        <a:p>
          <a:endParaRPr lang="en-US"/>
        </a:p>
      </dgm:t>
    </dgm:pt>
    <dgm:pt modelId="{CAB1E9E8-F3B0-4A8D-B1E3-C19B969C3CB4}">
      <dgm:prSet/>
      <dgm:spPr/>
      <dgm:t>
        <a:bodyPr/>
        <a:lstStyle/>
        <a:p>
          <a:r>
            <a:rPr lang="en-US"/>
            <a:t>YouTube, Wikipedia – </a:t>
          </a:r>
          <a:r>
            <a:rPr lang="bg-BG"/>
            <a:t>уеб услуги.</a:t>
          </a:r>
          <a:endParaRPr lang="en-US"/>
        </a:p>
      </dgm:t>
    </dgm:pt>
    <dgm:pt modelId="{97752A74-40A1-425D-8152-C18E200A1341}" type="parTrans" cxnId="{7451ECAE-44FF-46BD-8C5B-C647833F0701}">
      <dgm:prSet/>
      <dgm:spPr/>
      <dgm:t>
        <a:bodyPr/>
        <a:lstStyle/>
        <a:p>
          <a:endParaRPr lang="en-US"/>
        </a:p>
      </dgm:t>
    </dgm:pt>
    <dgm:pt modelId="{3B1BA039-A1A9-4C05-97DB-26CBF86F8F29}" type="sibTrans" cxnId="{7451ECAE-44FF-46BD-8C5B-C647833F0701}">
      <dgm:prSet/>
      <dgm:spPr/>
      <dgm:t>
        <a:bodyPr/>
        <a:lstStyle/>
        <a:p>
          <a:endParaRPr lang="en-US"/>
        </a:p>
      </dgm:t>
    </dgm:pt>
    <dgm:pt modelId="{40B97085-6DCE-4A5A-A185-3AF7CD341740}">
      <dgm:prSet/>
      <dgm:spPr/>
      <dgm:t>
        <a:bodyPr/>
        <a:lstStyle/>
        <a:p>
          <a:r>
            <a:rPr lang="en-US"/>
            <a:t>Zoom, Teams, Discord – </a:t>
          </a:r>
          <a:r>
            <a:rPr lang="bg-BG"/>
            <a:t>комуникация.</a:t>
          </a:r>
          <a:endParaRPr lang="en-US"/>
        </a:p>
      </dgm:t>
    </dgm:pt>
    <dgm:pt modelId="{2D60939E-8679-4D61-BF4F-62C3CF5602F3}" type="parTrans" cxnId="{98C1E26C-60D3-414D-9AFF-D1880DB2B188}">
      <dgm:prSet/>
      <dgm:spPr/>
      <dgm:t>
        <a:bodyPr/>
        <a:lstStyle/>
        <a:p>
          <a:endParaRPr lang="en-US"/>
        </a:p>
      </dgm:t>
    </dgm:pt>
    <dgm:pt modelId="{8F2DD125-7CD7-4E60-8FFE-CED3E088CC31}" type="sibTrans" cxnId="{98C1E26C-60D3-414D-9AFF-D1880DB2B188}">
      <dgm:prSet/>
      <dgm:spPr/>
      <dgm:t>
        <a:bodyPr/>
        <a:lstStyle/>
        <a:p>
          <a:endParaRPr lang="en-US"/>
        </a:p>
      </dgm:t>
    </dgm:pt>
    <dgm:pt modelId="{09A6D8C9-FE9B-41B2-AD92-E1055C519780}" type="pres">
      <dgm:prSet presAssocID="{5D62B496-9E8F-4B83-A9F2-675FD56C2FEA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9076745-8416-40E5-B9B6-C6E7E6A3A102}" type="pres">
      <dgm:prSet presAssocID="{5D62B496-9E8F-4B83-A9F2-675FD56C2FEA}" presName="diamond" presStyleLbl="bgShp" presStyleIdx="0" presStyleCnt="1"/>
      <dgm:spPr/>
    </dgm:pt>
    <dgm:pt modelId="{C1CEBCA5-C007-4E7C-9FDA-6486260BBCDC}" type="pres">
      <dgm:prSet presAssocID="{5D62B496-9E8F-4B83-A9F2-675FD56C2FEA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57050B-6463-48E9-BB97-4D8236592267}" type="pres">
      <dgm:prSet presAssocID="{5D62B496-9E8F-4B83-A9F2-675FD56C2FEA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AC8E20-C62F-4DFF-84EE-CA8B3C35491F}" type="pres">
      <dgm:prSet presAssocID="{5D62B496-9E8F-4B83-A9F2-675FD56C2FEA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5E07C3-41C1-4390-8BAF-D54D795F5B25}" type="pres">
      <dgm:prSet presAssocID="{5D62B496-9E8F-4B83-A9F2-675FD56C2FEA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0F94BE9-5CFC-4DBC-9571-124F31827C0F}" type="presOf" srcId="{5D62B496-9E8F-4B83-A9F2-675FD56C2FEA}" destId="{09A6D8C9-FE9B-41B2-AD92-E1055C519780}" srcOrd="0" destOrd="0" presId="urn:microsoft.com/office/officeart/2005/8/layout/matrix3"/>
    <dgm:cxn modelId="{809559C3-6C1D-44DB-81F5-E42DBCE9CAF2}" type="presOf" srcId="{722EB763-447C-496A-9C50-6ED5EED018F4}" destId="{6757050B-6463-48E9-BB97-4D8236592267}" srcOrd="0" destOrd="0" presId="urn:microsoft.com/office/officeart/2005/8/layout/matrix3"/>
    <dgm:cxn modelId="{7451ECAE-44FF-46BD-8C5B-C647833F0701}" srcId="{5D62B496-9E8F-4B83-A9F2-675FD56C2FEA}" destId="{CAB1E9E8-F3B0-4A8D-B1E3-C19B969C3CB4}" srcOrd="2" destOrd="0" parTransId="{97752A74-40A1-425D-8152-C18E200A1341}" sibTransId="{3B1BA039-A1A9-4C05-97DB-26CBF86F8F29}"/>
    <dgm:cxn modelId="{82CF9A1A-660D-4CEE-B20D-088E528CD1B1}" type="presOf" srcId="{AB6AE8C5-C75B-431B-A3F5-80418D1444E3}" destId="{C1CEBCA5-C007-4E7C-9FDA-6486260BBCDC}" srcOrd="0" destOrd="0" presId="urn:microsoft.com/office/officeart/2005/8/layout/matrix3"/>
    <dgm:cxn modelId="{979187A9-0924-4040-B6AA-3C6D7CC1D794}" type="presOf" srcId="{40B97085-6DCE-4A5A-A185-3AF7CD341740}" destId="{DA5E07C3-41C1-4390-8BAF-D54D795F5B25}" srcOrd="0" destOrd="0" presId="urn:microsoft.com/office/officeart/2005/8/layout/matrix3"/>
    <dgm:cxn modelId="{F5BC13AE-D4DF-4CB1-9902-D2501BD0FA0D}" srcId="{5D62B496-9E8F-4B83-A9F2-675FD56C2FEA}" destId="{AB6AE8C5-C75B-431B-A3F5-80418D1444E3}" srcOrd="0" destOrd="0" parTransId="{44FE0C61-D235-4076-9C7C-C30D54543ECE}" sibTransId="{801A8CEE-B3A1-4DC0-9763-1C71956063AA}"/>
    <dgm:cxn modelId="{A5584607-221E-4BFE-8802-D8A486D9B435}" srcId="{5D62B496-9E8F-4B83-A9F2-675FD56C2FEA}" destId="{722EB763-447C-496A-9C50-6ED5EED018F4}" srcOrd="1" destOrd="0" parTransId="{1D2AFE20-3778-4E97-8720-E9677E649E08}" sibTransId="{D6C197E7-1A16-463F-B639-6261B64CE3B3}"/>
    <dgm:cxn modelId="{6B21D751-1826-4A52-B51F-F6B6E28B9E84}" type="presOf" srcId="{CAB1E9E8-F3B0-4A8D-B1E3-C19B969C3CB4}" destId="{ADAC8E20-C62F-4DFF-84EE-CA8B3C35491F}" srcOrd="0" destOrd="0" presId="urn:microsoft.com/office/officeart/2005/8/layout/matrix3"/>
    <dgm:cxn modelId="{98C1E26C-60D3-414D-9AFF-D1880DB2B188}" srcId="{5D62B496-9E8F-4B83-A9F2-675FD56C2FEA}" destId="{40B97085-6DCE-4A5A-A185-3AF7CD341740}" srcOrd="3" destOrd="0" parTransId="{2D60939E-8679-4D61-BF4F-62C3CF5602F3}" sibTransId="{8F2DD125-7CD7-4E60-8FFE-CED3E088CC31}"/>
    <dgm:cxn modelId="{2843F9C3-AFF8-46CC-8135-18973496359E}" type="presParOf" srcId="{09A6D8C9-FE9B-41B2-AD92-E1055C519780}" destId="{C9076745-8416-40E5-B9B6-C6E7E6A3A102}" srcOrd="0" destOrd="0" presId="urn:microsoft.com/office/officeart/2005/8/layout/matrix3"/>
    <dgm:cxn modelId="{87FF87B1-9769-4866-B173-15B89B9A864B}" type="presParOf" srcId="{09A6D8C9-FE9B-41B2-AD92-E1055C519780}" destId="{C1CEBCA5-C007-4E7C-9FDA-6486260BBCDC}" srcOrd="1" destOrd="0" presId="urn:microsoft.com/office/officeart/2005/8/layout/matrix3"/>
    <dgm:cxn modelId="{F6AA09C4-DA71-4598-B1DC-6203302F4990}" type="presParOf" srcId="{09A6D8C9-FE9B-41B2-AD92-E1055C519780}" destId="{6757050B-6463-48E9-BB97-4D8236592267}" srcOrd="2" destOrd="0" presId="urn:microsoft.com/office/officeart/2005/8/layout/matrix3"/>
    <dgm:cxn modelId="{4119CCB9-417D-4358-9BED-08F3DF72318B}" type="presParOf" srcId="{09A6D8C9-FE9B-41B2-AD92-E1055C519780}" destId="{ADAC8E20-C62F-4DFF-84EE-CA8B3C35491F}" srcOrd="3" destOrd="0" presId="urn:microsoft.com/office/officeart/2005/8/layout/matrix3"/>
    <dgm:cxn modelId="{DF8F571A-3F29-4ED2-9612-C6279E688773}" type="presParOf" srcId="{09A6D8C9-FE9B-41B2-AD92-E1055C519780}" destId="{DA5E07C3-41C1-4390-8BAF-D54D795F5B2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44A948-FC87-4668-B43B-BB49D0F616EF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6AAD794-F0B2-4491-91C7-ECD748309CC4}">
      <dgm:prSet/>
      <dgm:spPr/>
      <dgm:t>
        <a:bodyPr/>
        <a:lstStyle/>
        <a:p>
          <a:r>
            <a:rPr lang="ru-RU"/>
            <a:t>Използвай силни пароли.</a:t>
          </a:r>
          <a:endParaRPr lang="en-US"/>
        </a:p>
      </dgm:t>
    </dgm:pt>
    <dgm:pt modelId="{5B9B05BC-46AF-42BA-99D8-061677C1BBBE}" type="parTrans" cxnId="{5844D5F9-5076-406D-8210-8C552757023D}">
      <dgm:prSet/>
      <dgm:spPr/>
      <dgm:t>
        <a:bodyPr/>
        <a:lstStyle/>
        <a:p>
          <a:endParaRPr lang="en-US"/>
        </a:p>
      </dgm:t>
    </dgm:pt>
    <dgm:pt modelId="{FF8700B1-6508-4C5D-AF91-CC8252811667}" type="sibTrans" cxnId="{5844D5F9-5076-406D-8210-8C552757023D}">
      <dgm:prSet/>
      <dgm:spPr/>
      <dgm:t>
        <a:bodyPr/>
        <a:lstStyle/>
        <a:p>
          <a:endParaRPr lang="en-US"/>
        </a:p>
      </dgm:t>
    </dgm:pt>
    <dgm:pt modelId="{2355F958-FAFB-43CC-930F-D5A230102E45}">
      <dgm:prSet/>
      <dgm:spPr/>
      <dgm:t>
        <a:bodyPr/>
        <a:lstStyle/>
        <a:p>
          <a:r>
            <a:rPr lang="ru-RU"/>
            <a:t>Не споделяй лична информация.</a:t>
          </a:r>
          <a:endParaRPr lang="en-US"/>
        </a:p>
      </dgm:t>
    </dgm:pt>
    <dgm:pt modelId="{2EE22878-D5D3-4684-BA60-89B0566B1AB9}" type="parTrans" cxnId="{6941FA0D-3E52-4EDE-A3B8-3DEC4E0179D2}">
      <dgm:prSet/>
      <dgm:spPr/>
      <dgm:t>
        <a:bodyPr/>
        <a:lstStyle/>
        <a:p>
          <a:endParaRPr lang="en-US"/>
        </a:p>
      </dgm:t>
    </dgm:pt>
    <dgm:pt modelId="{E2EBF768-33D4-4926-9932-6D8F649B9461}" type="sibTrans" cxnId="{6941FA0D-3E52-4EDE-A3B8-3DEC4E0179D2}">
      <dgm:prSet/>
      <dgm:spPr/>
      <dgm:t>
        <a:bodyPr/>
        <a:lstStyle/>
        <a:p>
          <a:endParaRPr lang="en-US"/>
        </a:p>
      </dgm:t>
    </dgm:pt>
    <dgm:pt modelId="{C2D0E74B-BC2D-4D30-B7D4-ED082747E0AC}">
      <dgm:prSet/>
      <dgm:spPr/>
      <dgm:t>
        <a:bodyPr/>
        <a:lstStyle/>
        <a:p>
          <a:r>
            <a:rPr lang="ru-RU"/>
            <a:t>Внимавай със съмнителни имейли и линкове.</a:t>
          </a:r>
          <a:endParaRPr lang="en-US"/>
        </a:p>
      </dgm:t>
    </dgm:pt>
    <dgm:pt modelId="{146653E4-C0CC-4813-95AC-EA5590B1CE80}" type="parTrans" cxnId="{ACEB62A9-99C8-49E4-BA67-D2E2DCBC2DD5}">
      <dgm:prSet/>
      <dgm:spPr/>
      <dgm:t>
        <a:bodyPr/>
        <a:lstStyle/>
        <a:p>
          <a:endParaRPr lang="en-US"/>
        </a:p>
      </dgm:t>
    </dgm:pt>
    <dgm:pt modelId="{FA083851-F54C-4BA1-BFA7-EF856F7A863D}" type="sibTrans" cxnId="{ACEB62A9-99C8-49E4-BA67-D2E2DCBC2DD5}">
      <dgm:prSet/>
      <dgm:spPr/>
      <dgm:t>
        <a:bodyPr/>
        <a:lstStyle/>
        <a:p>
          <a:endParaRPr lang="en-US"/>
        </a:p>
      </dgm:t>
    </dgm:pt>
    <dgm:pt modelId="{0F8B7589-2D4F-4334-8872-78849D460A7B}">
      <dgm:prSet/>
      <dgm:spPr/>
      <dgm:t>
        <a:bodyPr/>
        <a:lstStyle/>
        <a:p>
          <a:r>
            <a:rPr lang="ru-RU"/>
            <a:t>Използвай антивирусен софтуер и защитна стена.</a:t>
          </a:r>
          <a:endParaRPr lang="en-US"/>
        </a:p>
      </dgm:t>
    </dgm:pt>
    <dgm:pt modelId="{10193E95-2B4A-4B61-B31C-37961BAB571A}" type="parTrans" cxnId="{CD722357-8EA8-4526-B491-BBC914A151B7}">
      <dgm:prSet/>
      <dgm:spPr/>
      <dgm:t>
        <a:bodyPr/>
        <a:lstStyle/>
        <a:p>
          <a:endParaRPr lang="en-US"/>
        </a:p>
      </dgm:t>
    </dgm:pt>
    <dgm:pt modelId="{3BE3C33A-D0A3-481F-9AAC-17B04E82F35C}" type="sibTrans" cxnId="{CD722357-8EA8-4526-B491-BBC914A151B7}">
      <dgm:prSet/>
      <dgm:spPr/>
      <dgm:t>
        <a:bodyPr/>
        <a:lstStyle/>
        <a:p>
          <a:endParaRPr lang="en-US"/>
        </a:p>
      </dgm:t>
    </dgm:pt>
    <dgm:pt modelId="{ED515266-4B17-43C2-A2F5-FF124858E972}" type="pres">
      <dgm:prSet presAssocID="{1744A948-FC87-4668-B43B-BB49D0F616EF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84329FBD-8D39-4791-8640-24899598CD3F}" type="pres">
      <dgm:prSet presAssocID="{36AAD794-F0B2-4491-91C7-ECD748309CC4}" presName="thickLine" presStyleLbl="alignNode1" presStyleIdx="0" presStyleCnt="4"/>
      <dgm:spPr/>
    </dgm:pt>
    <dgm:pt modelId="{91B75FF5-28BC-4A24-A92F-17DAD5726F01}" type="pres">
      <dgm:prSet presAssocID="{36AAD794-F0B2-4491-91C7-ECD748309CC4}" presName="horz1" presStyleCnt="0"/>
      <dgm:spPr/>
    </dgm:pt>
    <dgm:pt modelId="{7CDFD55B-6129-4A19-A420-456B4B7B0872}" type="pres">
      <dgm:prSet presAssocID="{36AAD794-F0B2-4491-91C7-ECD748309CC4}" presName="tx1" presStyleLbl="revTx" presStyleIdx="0" presStyleCnt="4"/>
      <dgm:spPr/>
      <dgm:t>
        <a:bodyPr/>
        <a:lstStyle/>
        <a:p>
          <a:endParaRPr lang="en-US"/>
        </a:p>
      </dgm:t>
    </dgm:pt>
    <dgm:pt modelId="{3F612265-445E-40CF-9AF3-DF60FB1DAF66}" type="pres">
      <dgm:prSet presAssocID="{36AAD794-F0B2-4491-91C7-ECD748309CC4}" presName="vert1" presStyleCnt="0"/>
      <dgm:spPr/>
    </dgm:pt>
    <dgm:pt modelId="{F10AB546-B835-4385-AF85-5D1721FACC89}" type="pres">
      <dgm:prSet presAssocID="{2355F958-FAFB-43CC-930F-D5A230102E45}" presName="thickLine" presStyleLbl="alignNode1" presStyleIdx="1" presStyleCnt="4"/>
      <dgm:spPr/>
    </dgm:pt>
    <dgm:pt modelId="{893F20DD-DFBA-41BA-ADCE-B2305D3E58B6}" type="pres">
      <dgm:prSet presAssocID="{2355F958-FAFB-43CC-930F-D5A230102E45}" presName="horz1" presStyleCnt="0"/>
      <dgm:spPr/>
    </dgm:pt>
    <dgm:pt modelId="{9E59EEC0-3B66-477C-9DA0-A2B3DFC5F230}" type="pres">
      <dgm:prSet presAssocID="{2355F958-FAFB-43CC-930F-D5A230102E45}" presName="tx1" presStyleLbl="revTx" presStyleIdx="1" presStyleCnt="4"/>
      <dgm:spPr/>
      <dgm:t>
        <a:bodyPr/>
        <a:lstStyle/>
        <a:p>
          <a:endParaRPr lang="en-US"/>
        </a:p>
      </dgm:t>
    </dgm:pt>
    <dgm:pt modelId="{2C96DDA2-974F-42AE-8EF5-1EF74E6F1FD1}" type="pres">
      <dgm:prSet presAssocID="{2355F958-FAFB-43CC-930F-D5A230102E45}" presName="vert1" presStyleCnt="0"/>
      <dgm:spPr/>
    </dgm:pt>
    <dgm:pt modelId="{AF91B702-8FEB-4DED-8CC3-2B74B32265B3}" type="pres">
      <dgm:prSet presAssocID="{C2D0E74B-BC2D-4D30-B7D4-ED082747E0AC}" presName="thickLine" presStyleLbl="alignNode1" presStyleIdx="2" presStyleCnt="4"/>
      <dgm:spPr/>
    </dgm:pt>
    <dgm:pt modelId="{EDF28E59-C05B-4EF0-B33D-BAF923E3F363}" type="pres">
      <dgm:prSet presAssocID="{C2D0E74B-BC2D-4D30-B7D4-ED082747E0AC}" presName="horz1" presStyleCnt="0"/>
      <dgm:spPr/>
    </dgm:pt>
    <dgm:pt modelId="{649CE1FE-615E-4AEE-B973-44C6E1B9F689}" type="pres">
      <dgm:prSet presAssocID="{C2D0E74B-BC2D-4D30-B7D4-ED082747E0AC}" presName="tx1" presStyleLbl="revTx" presStyleIdx="2" presStyleCnt="4"/>
      <dgm:spPr/>
      <dgm:t>
        <a:bodyPr/>
        <a:lstStyle/>
        <a:p>
          <a:endParaRPr lang="en-US"/>
        </a:p>
      </dgm:t>
    </dgm:pt>
    <dgm:pt modelId="{88903972-49FD-4805-B75B-7FE9D8339F94}" type="pres">
      <dgm:prSet presAssocID="{C2D0E74B-BC2D-4D30-B7D4-ED082747E0AC}" presName="vert1" presStyleCnt="0"/>
      <dgm:spPr/>
    </dgm:pt>
    <dgm:pt modelId="{FF088627-290A-45D0-82BB-1172EC1DF7AF}" type="pres">
      <dgm:prSet presAssocID="{0F8B7589-2D4F-4334-8872-78849D460A7B}" presName="thickLine" presStyleLbl="alignNode1" presStyleIdx="3" presStyleCnt="4"/>
      <dgm:spPr/>
    </dgm:pt>
    <dgm:pt modelId="{3BFFC394-FC6F-44A4-A769-A5D0ABC4F358}" type="pres">
      <dgm:prSet presAssocID="{0F8B7589-2D4F-4334-8872-78849D460A7B}" presName="horz1" presStyleCnt="0"/>
      <dgm:spPr/>
    </dgm:pt>
    <dgm:pt modelId="{E55BF723-F83C-4AF5-B4B0-971908B1849C}" type="pres">
      <dgm:prSet presAssocID="{0F8B7589-2D4F-4334-8872-78849D460A7B}" presName="tx1" presStyleLbl="revTx" presStyleIdx="3" presStyleCnt="4"/>
      <dgm:spPr/>
      <dgm:t>
        <a:bodyPr/>
        <a:lstStyle/>
        <a:p>
          <a:endParaRPr lang="en-US"/>
        </a:p>
      </dgm:t>
    </dgm:pt>
    <dgm:pt modelId="{DDBBE127-11FE-41B6-9F01-F68DC55B4FEA}" type="pres">
      <dgm:prSet presAssocID="{0F8B7589-2D4F-4334-8872-78849D460A7B}" presName="vert1" presStyleCnt="0"/>
      <dgm:spPr/>
    </dgm:pt>
  </dgm:ptLst>
  <dgm:cxnLst>
    <dgm:cxn modelId="{6941FA0D-3E52-4EDE-A3B8-3DEC4E0179D2}" srcId="{1744A948-FC87-4668-B43B-BB49D0F616EF}" destId="{2355F958-FAFB-43CC-930F-D5A230102E45}" srcOrd="1" destOrd="0" parTransId="{2EE22878-D5D3-4684-BA60-89B0566B1AB9}" sibTransId="{E2EBF768-33D4-4926-9932-6D8F649B9461}"/>
    <dgm:cxn modelId="{ACEB62A9-99C8-49E4-BA67-D2E2DCBC2DD5}" srcId="{1744A948-FC87-4668-B43B-BB49D0F616EF}" destId="{C2D0E74B-BC2D-4D30-B7D4-ED082747E0AC}" srcOrd="2" destOrd="0" parTransId="{146653E4-C0CC-4813-95AC-EA5590B1CE80}" sibTransId="{FA083851-F54C-4BA1-BFA7-EF856F7A863D}"/>
    <dgm:cxn modelId="{035D7C2B-F88C-4B7A-A0CD-77A68E9BCD05}" type="presOf" srcId="{1744A948-FC87-4668-B43B-BB49D0F616EF}" destId="{ED515266-4B17-43C2-A2F5-FF124858E972}" srcOrd="0" destOrd="0" presId="urn:microsoft.com/office/officeart/2008/layout/LinedList"/>
    <dgm:cxn modelId="{9309FB1A-BBC8-4813-AF5B-FDCC9242C1A5}" type="presOf" srcId="{0F8B7589-2D4F-4334-8872-78849D460A7B}" destId="{E55BF723-F83C-4AF5-B4B0-971908B1849C}" srcOrd="0" destOrd="0" presId="urn:microsoft.com/office/officeart/2008/layout/LinedList"/>
    <dgm:cxn modelId="{8A4960FE-5E7E-4422-878E-47E1F33FDA0E}" type="presOf" srcId="{36AAD794-F0B2-4491-91C7-ECD748309CC4}" destId="{7CDFD55B-6129-4A19-A420-456B4B7B0872}" srcOrd="0" destOrd="0" presId="urn:microsoft.com/office/officeart/2008/layout/LinedList"/>
    <dgm:cxn modelId="{1E5EC87A-E048-4497-80F7-780D47E04378}" type="presOf" srcId="{C2D0E74B-BC2D-4D30-B7D4-ED082747E0AC}" destId="{649CE1FE-615E-4AEE-B973-44C6E1B9F689}" srcOrd="0" destOrd="0" presId="urn:microsoft.com/office/officeart/2008/layout/LinedList"/>
    <dgm:cxn modelId="{5844D5F9-5076-406D-8210-8C552757023D}" srcId="{1744A948-FC87-4668-B43B-BB49D0F616EF}" destId="{36AAD794-F0B2-4491-91C7-ECD748309CC4}" srcOrd="0" destOrd="0" parTransId="{5B9B05BC-46AF-42BA-99D8-061677C1BBBE}" sibTransId="{FF8700B1-6508-4C5D-AF91-CC8252811667}"/>
    <dgm:cxn modelId="{CD722357-8EA8-4526-B491-BBC914A151B7}" srcId="{1744A948-FC87-4668-B43B-BB49D0F616EF}" destId="{0F8B7589-2D4F-4334-8872-78849D460A7B}" srcOrd="3" destOrd="0" parTransId="{10193E95-2B4A-4B61-B31C-37961BAB571A}" sibTransId="{3BE3C33A-D0A3-481F-9AAC-17B04E82F35C}"/>
    <dgm:cxn modelId="{C6003D70-0D54-47C4-8C2D-D30280FFCEB5}" type="presOf" srcId="{2355F958-FAFB-43CC-930F-D5A230102E45}" destId="{9E59EEC0-3B66-477C-9DA0-A2B3DFC5F230}" srcOrd="0" destOrd="0" presId="urn:microsoft.com/office/officeart/2008/layout/LinedList"/>
    <dgm:cxn modelId="{3B098C51-335F-4A5A-8B42-4FF5DEBF195B}" type="presParOf" srcId="{ED515266-4B17-43C2-A2F5-FF124858E972}" destId="{84329FBD-8D39-4791-8640-24899598CD3F}" srcOrd="0" destOrd="0" presId="urn:microsoft.com/office/officeart/2008/layout/LinedList"/>
    <dgm:cxn modelId="{1120FEFF-7708-456E-AACB-2EF9A2A68F12}" type="presParOf" srcId="{ED515266-4B17-43C2-A2F5-FF124858E972}" destId="{91B75FF5-28BC-4A24-A92F-17DAD5726F01}" srcOrd="1" destOrd="0" presId="urn:microsoft.com/office/officeart/2008/layout/LinedList"/>
    <dgm:cxn modelId="{840438C1-4AA9-49A3-B4C4-65C4EA2D3D04}" type="presParOf" srcId="{91B75FF5-28BC-4A24-A92F-17DAD5726F01}" destId="{7CDFD55B-6129-4A19-A420-456B4B7B0872}" srcOrd="0" destOrd="0" presId="urn:microsoft.com/office/officeart/2008/layout/LinedList"/>
    <dgm:cxn modelId="{25D3D4A0-1983-44B2-8465-118C2D31F412}" type="presParOf" srcId="{91B75FF5-28BC-4A24-A92F-17DAD5726F01}" destId="{3F612265-445E-40CF-9AF3-DF60FB1DAF66}" srcOrd="1" destOrd="0" presId="urn:microsoft.com/office/officeart/2008/layout/LinedList"/>
    <dgm:cxn modelId="{BB5D7913-582F-4535-A2B1-594B3E7D46C9}" type="presParOf" srcId="{ED515266-4B17-43C2-A2F5-FF124858E972}" destId="{F10AB546-B835-4385-AF85-5D1721FACC89}" srcOrd="2" destOrd="0" presId="urn:microsoft.com/office/officeart/2008/layout/LinedList"/>
    <dgm:cxn modelId="{D156A7AD-E21D-450A-9654-1941623EBF4E}" type="presParOf" srcId="{ED515266-4B17-43C2-A2F5-FF124858E972}" destId="{893F20DD-DFBA-41BA-ADCE-B2305D3E58B6}" srcOrd="3" destOrd="0" presId="urn:microsoft.com/office/officeart/2008/layout/LinedList"/>
    <dgm:cxn modelId="{27E3F5FC-9034-410F-BABE-6698615D5FDB}" type="presParOf" srcId="{893F20DD-DFBA-41BA-ADCE-B2305D3E58B6}" destId="{9E59EEC0-3B66-477C-9DA0-A2B3DFC5F230}" srcOrd="0" destOrd="0" presId="urn:microsoft.com/office/officeart/2008/layout/LinedList"/>
    <dgm:cxn modelId="{CF58EB04-AB11-4B6D-836C-F7D171B87FD7}" type="presParOf" srcId="{893F20DD-DFBA-41BA-ADCE-B2305D3E58B6}" destId="{2C96DDA2-974F-42AE-8EF5-1EF74E6F1FD1}" srcOrd="1" destOrd="0" presId="urn:microsoft.com/office/officeart/2008/layout/LinedList"/>
    <dgm:cxn modelId="{45540E43-A0D3-49CA-A13A-18CD4EC0C598}" type="presParOf" srcId="{ED515266-4B17-43C2-A2F5-FF124858E972}" destId="{AF91B702-8FEB-4DED-8CC3-2B74B32265B3}" srcOrd="4" destOrd="0" presId="urn:microsoft.com/office/officeart/2008/layout/LinedList"/>
    <dgm:cxn modelId="{8DEAA68D-7030-44DA-B9B5-4F417E811987}" type="presParOf" srcId="{ED515266-4B17-43C2-A2F5-FF124858E972}" destId="{EDF28E59-C05B-4EF0-B33D-BAF923E3F363}" srcOrd="5" destOrd="0" presId="urn:microsoft.com/office/officeart/2008/layout/LinedList"/>
    <dgm:cxn modelId="{26F1516A-DE9F-4DAA-A3E5-6957D97364B2}" type="presParOf" srcId="{EDF28E59-C05B-4EF0-B33D-BAF923E3F363}" destId="{649CE1FE-615E-4AEE-B973-44C6E1B9F689}" srcOrd="0" destOrd="0" presId="urn:microsoft.com/office/officeart/2008/layout/LinedList"/>
    <dgm:cxn modelId="{B2B2E868-CB8D-43E5-A82F-AEF1BCEA2014}" type="presParOf" srcId="{EDF28E59-C05B-4EF0-B33D-BAF923E3F363}" destId="{88903972-49FD-4805-B75B-7FE9D8339F94}" srcOrd="1" destOrd="0" presId="urn:microsoft.com/office/officeart/2008/layout/LinedList"/>
    <dgm:cxn modelId="{7CD0C9E0-224F-470A-AF05-E4B2BBED495B}" type="presParOf" srcId="{ED515266-4B17-43C2-A2F5-FF124858E972}" destId="{FF088627-290A-45D0-82BB-1172EC1DF7AF}" srcOrd="6" destOrd="0" presId="urn:microsoft.com/office/officeart/2008/layout/LinedList"/>
    <dgm:cxn modelId="{C92860B8-3818-4946-ADA8-B49F510C3913}" type="presParOf" srcId="{ED515266-4B17-43C2-A2F5-FF124858E972}" destId="{3BFFC394-FC6F-44A4-A769-A5D0ABC4F358}" srcOrd="7" destOrd="0" presId="urn:microsoft.com/office/officeart/2008/layout/LinedList"/>
    <dgm:cxn modelId="{121AC06D-A52D-44A8-9E87-4F257ED583DE}" type="presParOf" srcId="{3BFFC394-FC6F-44A4-A769-A5D0ABC4F358}" destId="{E55BF723-F83C-4AF5-B4B0-971908B1849C}" srcOrd="0" destOrd="0" presId="urn:microsoft.com/office/officeart/2008/layout/LinedList"/>
    <dgm:cxn modelId="{5C6E8064-F6E9-463D-A642-7D4D35650BA8}" type="presParOf" srcId="{3BFFC394-FC6F-44A4-A769-A5D0ABC4F358}" destId="{DDBBE127-11FE-41B6-9F01-F68DC55B4FE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FE753D1-62FE-4990-B4E3-F058D8705F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4231CA-AA1D-42B6-A35E-AF5CBC92D5C4}">
      <dgm:prSet/>
      <dgm:spPr/>
      <dgm:t>
        <a:bodyPr/>
        <a:lstStyle/>
        <a:p>
          <a:r>
            <a:rPr lang="ru-RU"/>
            <a:t>Улесняват комуникацията.</a:t>
          </a:r>
          <a:endParaRPr lang="en-US"/>
        </a:p>
      </dgm:t>
    </dgm:pt>
    <dgm:pt modelId="{A3D7F3EF-50BA-4FEE-AFE7-FBD2D173C211}" type="parTrans" cxnId="{663FF97C-7E48-4A92-A396-2F949BAA33AB}">
      <dgm:prSet/>
      <dgm:spPr/>
      <dgm:t>
        <a:bodyPr/>
        <a:lstStyle/>
        <a:p>
          <a:endParaRPr lang="en-US"/>
        </a:p>
      </dgm:t>
    </dgm:pt>
    <dgm:pt modelId="{0D5647CE-930F-445C-84C6-7502EC8DC890}" type="sibTrans" cxnId="{663FF97C-7E48-4A92-A396-2F949BAA33AB}">
      <dgm:prSet/>
      <dgm:spPr/>
      <dgm:t>
        <a:bodyPr/>
        <a:lstStyle/>
        <a:p>
          <a:endParaRPr lang="en-US"/>
        </a:p>
      </dgm:t>
    </dgm:pt>
    <dgm:pt modelId="{23789F3F-DB14-4DE2-B83E-DD8648EAF53F}">
      <dgm:prSet/>
      <dgm:spPr/>
      <dgm:t>
        <a:bodyPr/>
        <a:lstStyle/>
        <a:p>
          <a:r>
            <a:rPr lang="ru-RU"/>
            <a:t>Позволяват дистанционно обучение и работа.</a:t>
          </a:r>
          <a:endParaRPr lang="en-US"/>
        </a:p>
      </dgm:t>
    </dgm:pt>
    <dgm:pt modelId="{40C74C84-F27D-409F-BEBB-4C5602BA6EFC}" type="parTrans" cxnId="{86857AD6-5BF1-4697-B815-72B1AF3391EF}">
      <dgm:prSet/>
      <dgm:spPr/>
      <dgm:t>
        <a:bodyPr/>
        <a:lstStyle/>
        <a:p>
          <a:endParaRPr lang="en-US"/>
        </a:p>
      </dgm:t>
    </dgm:pt>
    <dgm:pt modelId="{99407620-8C3E-4110-8C19-8861561761BF}" type="sibTrans" cxnId="{86857AD6-5BF1-4697-B815-72B1AF3391EF}">
      <dgm:prSet/>
      <dgm:spPr/>
      <dgm:t>
        <a:bodyPr/>
        <a:lstStyle/>
        <a:p>
          <a:endParaRPr lang="en-US"/>
        </a:p>
      </dgm:t>
    </dgm:pt>
    <dgm:pt modelId="{F133D2E7-EE72-4628-ABB2-998A116BB0CE}">
      <dgm:prSet/>
      <dgm:spPr/>
      <dgm:t>
        <a:bodyPr/>
        <a:lstStyle/>
        <a:p>
          <a:r>
            <a:rPr lang="ru-RU"/>
            <a:t>Поддържат обмен на информация по целия свят.</a:t>
          </a:r>
          <a:endParaRPr lang="en-US"/>
        </a:p>
      </dgm:t>
    </dgm:pt>
    <dgm:pt modelId="{3B201E01-BE81-4944-9CEA-F1ADDF4A0ABA}" type="parTrans" cxnId="{788F186A-98F9-4F8D-BC19-206A93FC7A48}">
      <dgm:prSet/>
      <dgm:spPr/>
      <dgm:t>
        <a:bodyPr/>
        <a:lstStyle/>
        <a:p>
          <a:endParaRPr lang="en-US"/>
        </a:p>
      </dgm:t>
    </dgm:pt>
    <dgm:pt modelId="{3F8CBB8C-56E2-4394-88BA-87270C3EE45E}" type="sibTrans" cxnId="{788F186A-98F9-4F8D-BC19-206A93FC7A48}">
      <dgm:prSet/>
      <dgm:spPr/>
      <dgm:t>
        <a:bodyPr/>
        <a:lstStyle/>
        <a:p>
          <a:endParaRPr lang="en-US"/>
        </a:p>
      </dgm:t>
    </dgm:pt>
    <dgm:pt modelId="{8FD87FB6-1536-48B3-8134-87C7C750208F}">
      <dgm:prSet/>
      <dgm:spPr/>
      <dgm:t>
        <a:bodyPr/>
        <a:lstStyle/>
        <a:p>
          <a:r>
            <a:rPr lang="ru-RU"/>
            <a:t>Свързват хора, организации и държави.</a:t>
          </a:r>
          <a:endParaRPr lang="en-US"/>
        </a:p>
      </dgm:t>
    </dgm:pt>
    <dgm:pt modelId="{95F0E0D1-3AD4-49B8-8A54-AF62FDBBDAA0}" type="parTrans" cxnId="{EBB0A8AA-B0CC-4475-8D9A-9ADD249392E8}">
      <dgm:prSet/>
      <dgm:spPr/>
      <dgm:t>
        <a:bodyPr/>
        <a:lstStyle/>
        <a:p>
          <a:endParaRPr lang="en-US"/>
        </a:p>
      </dgm:t>
    </dgm:pt>
    <dgm:pt modelId="{0E8A7B78-1536-4217-8B02-7952CF5BC9F4}" type="sibTrans" cxnId="{EBB0A8AA-B0CC-4475-8D9A-9ADD249392E8}">
      <dgm:prSet/>
      <dgm:spPr/>
      <dgm:t>
        <a:bodyPr/>
        <a:lstStyle/>
        <a:p>
          <a:endParaRPr lang="en-US"/>
        </a:p>
      </dgm:t>
    </dgm:pt>
    <dgm:pt modelId="{9D9755F6-9A8E-4DB9-9438-7CA3C4B9D40C}" type="pres">
      <dgm:prSet presAssocID="{2FE753D1-62FE-4990-B4E3-F058D8705FA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14EE64F-CF6D-4EF0-8540-DB54DE55242E}" type="pres">
      <dgm:prSet presAssocID="{4B4231CA-AA1D-42B6-A35E-AF5CBC92D5C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A93530-A363-4A53-95B8-95E8044B0E83}" type="pres">
      <dgm:prSet presAssocID="{0D5647CE-930F-445C-84C6-7502EC8DC890}" presName="spacer" presStyleCnt="0"/>
      <dgm:spPr/>
    </dgm:pt>
    <dgm:pt modelId="{F817A2FC-96F1-45D2-808D-877B37E07938}" type="pres">
      <dgm:prSet presAssocID="{23789F3F-DB14-4DE2-B83E-DD8648EAF53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0CCC60-E6CC-4B29-B25A-CD1321D3C2D9}" type="pres">
      <dgm:prSet presAssocID="{99407620-8C3E-4110-8C19-8861561761BF}" presName="spacer" presStyleCnt="0"/>
      <dgm:spPr/>
    </dgm:pt>
    <dgm:pt modelId="{99810BE8-44B5-44E0-A989-84B6C028ABDD}" type="pres">
      <dgm:prSet presAssocID="{F133D2E7-EE72-4628-ABB2-998A116BB0C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28E733-1BB6-4AD5-9BF1-9BBED10F279F}" type="pres">
      <dgm:prSet presAssocID="{3F8CBB8C-56E2-4394-88BA-87270C3EE45E}" presName="spacer" presStyleCnt="0"/>
      <dgm:spPr/>
    </dgm:pt>
    <dgm:pt modelId="{56866B5A-AD6F-4A96-9E2D-1FB3FA86BA1B}" type="pres">
      <dgm:prSet presAssocID="{8FD87FB6-1536-48B3-8134-87C7C750208F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63FF97C-7E48-4A92-A396-2F949BAA33AB}" srcId="{2FE753D1-62FE-4990-B4E3-F058D8705FAC}" destId="{4B4231CA-AA1D-42B6-A35E-AF5CBC92D5C4}" srcOrd="0" destOrd="0" parTransId="{A3D7F3EF-50BA-4FEE-AFE7-FBD2D173C211}" sibTransId="{0D5647CE-930F-445C-84C6-7502EC8DC890}"/>
    <dgm:cxn modelId="{FA67F86B-E720-4806-A258-9E26BA5B8C71}" type="presOf" srcId="{F133D2E7-EE72-4628-ABB2-998A116BB0CE}" destId="{99810BE8-44B5-44E0-A989-84B6C028ABDD}" srcOrd="0" destOrd="0" presId="urn:microsoft.com/office/officeart/2005/8/layout/vList2"/>
    <dgm:cxn modelId="{212058B1-93FA-40EE-BA7D-2F47AC9F235A}" type="presOf" srcId="{23789F3F-DB14-4DE2-B83E-DD8648EAF53F}" destId="{F817A2FC-96F1-45D2-808D-877B37E07938}" srcOrd="0" destOrd="0" presId="urn:microsoft.com/office/officeart/2005/8/layout/vList2"/>
    <dgm:cxn modelId="{86857AD6-5BF1-4697-B815-72B1AF3391EF}" srcId="{2FE753D1-62FE-4990-B4E3-F058D8705FAC}" destId="{23789F3F-DB14-4DE2-B83E-DD8648EAF53F}" srcOrd="1" destOrd="0" parTransId="{40C74C84-F27D-409F-BEBB-4C5602BA6EFC}" sibTransId="{99407620-8C3E-4110-8C19-8861561761BF}"/>
    <dgm:cxn modelId="{4DDB7929-FB7F-49DE-A187-7A9E95E72571}" type="presOf" srcId="{8FD87FB6-1536-48B3-8134-87C7C750208F}" destId="{56866B5A-AD6F-4A96-9E2D-1FB3FA86BA1B}" srcOrd="0" destOrd="0" presId="urn:microsoft.com/office/officeart/2005/8/layout/vList2"/>
    <dgm:cxn modelId="{788F186A-98F9-4F8D-BC19-206A93FC7A48}" srcId="{2FE753D1-62FE-4990-B4E3-F058D8705FAC}" destId="{F133D2E7-EE72-4628-ABB2-998A116BB0CE}" srcOrd="2" destOrd="0" parTransId="{3B201E01-BE81-4944-9CEA-F1ADDF4A0ABA}" sibTransId="{3F8CBB8C-56E2-4394-88BA-87270C3EE45E}"/>
    <dgm:cxn modelId="{EBB0A8AA-B0CC-4475-8D9A-9ADD249392E8}" srcId="{2FE753D1-62FE-4990-B4E3-F058D8705FAC}" destId="{8FD87FB6-1536-48B3-8134-87C7C750208F}" srcOrd="3" destOrd="0" parTransId="{95F0E0D1-3AD4-49B8-8A54-AF62FDBBDAA0}" sibTransId="{0E8A7B78-1536-4217-8B02-7952CF5BC9F4}"/>
    <dgm:cxn modelId="{676E834A-5BE2-4EC8-A71A-9E1152001C21}" type="presOf" srcId="{4B4231CA-AA1D-42B6-A35E-AF5CBC92D5C4}" destId="{B14EE64F-CF6D-4EF0-8540-DB54DE55242E}" srcOrd="0" destOrd="0" presId="urn:microsoft.com/office/officeart/2005/8/layout/vList2"/>
    <dgm:cxn modelId="{25D9B322-CA76-4ED5-9131-61A001429410}" type="presOf" srcId="{2FE753D1-62FE-4990-B4E3-F058D8705FAC}" destId="{9D9755F6-9A8E-4DB9-9438-7CA3C4B9D40C}" srcOrd="0" destOrd="0" presId="urn:microsoft.com/office/officeart/2005/8/layout/vList2"/>
    <dgm:cxn modelId="{0795740C-A797-46BC-81D3-68042CE8A73A}" type="presParOf" srcId="{9D9755F6-9A8E-4DB9-9438-7CA3C4B9D40C}" destId="{B14EE64F-CF6D-4EF0-8540-DB54DE55242E}" srcOrd="0" destOrd="0" presId="urn:microsoft.com/office/officeart/2005/8/layout/vList2"/>
    <dgm:cxn modelId="{CD1129C6-8BBF-4D9D-A628-CA9A6EEEDAE8}" type="presParOf" srcId="{9D9755F6-9A8E-4DB9-9438-7CA3C4B9D40C}" destId="{30A93530-A363-4A53-95B8-95E8044B0E83}" srcOrd="1" destOrd="0" presId="urn:microsoft.com/office/officeart/2005/8/layout/vList2"/>
    <dgm:cxn modelId="{63498918-3F57-4ED7-AD18-9A1DB3B523C2}" type="presParOf" srcId="{9D9755F6-9A8E-4DB9-9438-7CA3C4B9D40C}" destId="{F817A2FC-96F1-45D2-808D-877B37E07938}" srcOrd="2" destOrd="0" presId="urn:microsoft.com/office/officeart/2005/8/layout/vList2"/>
    <dgm:cxn modelId="{FDF9441F-6C79-4606-83B7-FA80838469E6}" type="presParOf" srcId="{9D9755F6-9A8E-4DB9-9438-7CA3C4B9D40C}" destId="{3F0CCC60-E6CC-4B29-B25A-CD1321D3C2D9}" srcOrd="3" destOrd="0" presId="urn:microsoft.com/office/officeart/2005/8/layout/vList2"/>
    <dgm:cxn modelId="{36C27380-6EBB-4A0A-ABEF-6B21445FE2C6}" type="presParOf" srcId="{9D9755F6-9A8E-4DB9-9438-7CA3C4B9D40C}" destId="{99810BE8-44B5-44E0-A989-84B6C028ABDD}" srcOrd="4" destOrd="0" presId="urn:microsoft.com/office/officeart/2005/8/layout/vList2"/>
    <dgm:cxn modelId="{91D82F08-FDFE-48BD-B8DC-12178AF2ACD4}" type="presParOf" srcId="{9D9755F6-9A8E-4DB9-9438-7CA3C4B9D40C}" destId="{A628E733-1BB6-4AD5-9BF1-9BBED10F279F}" srcOrd="5" destOrd="0" presId="urn:microsoft.com/office/officeart/2005/8/layout/vList2"/>
    <dgm:cxn modelId="{4D3B685C-7941-4059-AF6D-6018504ACE7D}" type="presParOf" srcId="{9D9755F6-9A8E-4DB9-9438-7CA3C4B9D40C}" destId="{56866B5A-AD6F-4A96-9E2D-1FB3FA86BA1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F0B8792-8DA2-4890-8BD7-980BBC54FBC2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10F7339-F18C-4DDC-913E-D0C8C84FC1FC}">
      <dgm:prSet/>
      <dgm:spPr/>
      <dgm:t>
        <a:bodyPr/>
        <a:lstStyle/>
        <a:p>
          <a:r>
            <a:rPr lang="ru-RU"/>
            <a:t>Компютърните мрежи са основата на съвременния дигитален свят.</a:t>
          </a:r>
          <a:endParaRPr lang="en-US"/>
        </a:p>
      </dgm:t>
    </dgm:pt>
    <dgm:pt modelId="{D7A59DDF-643D-4B0F-89B7-0D915F45B8FE}" type="parTrans" cxnId="{AA556912-F553-4AA7-9D00-DE2ADB60D84B}">
      <dgm:prSet/>
      <dgm:spPr/>
      <dgm:t>
        <a:bodyPr/>
        <a:lstStyle/>
        <a:p>
          <a:endParaRPr lang="en-US"/>
        </a:p>
      </dgm:t>
    </dgm:pt>
    <dgm:pt modelId="{11BCB99E-F89B-4A1F-9BA5-23B75480787D}" type="sibTrans" cxnId="{AA556912-F553-4AA7-9D00-DE2ADB60D84B}">
      <dgm:prSet/>
      <dgm:spPr/>
      <dgm:t>
        <a:bodyPr/>
        <a:lstStyle/>
        <a:p>
          <a:endParaRPr lang="en-US"/>
        </a:p>
      </dgm:t>
    </dgm:pt>
    <dgm:pt modelId="{89FBDE79-71A1-42A9-AD49-7583E63221B3}">
      <dgm:prSet/>
      <dgm:spPr/>
      <dgm:t>
        <a:bodyPr/>
        <a:lstStyle/>
        <a:p>
          <a:r>
            <a:rPr lang="ru-RU"/>
            <a:t>Те свързват хората, технологиите и информацията в едно глобално общество.</a:t>
          </a:r>
          <a:endParaRPr lang="en-US"/>
        </a:p>
      </dgm:t>
    </dgm:pt>
    <dgm:pt modelId="{2DE5DBE6-6A22-4FBF-AEE6-C703E13E8163}" type="parTrans" cxnId="{BDADF7D8-6E14-42F5-8BC1-C2CED3B2C4DC}">
      <dgm:prSet/>
      <dgm:spPr/>
      <dgm:t>
        <a:bodyPr/>
        <a:lstStyle/>
        <a:p>
          <a:endParaRPr lang="en-US"/>
        </a:p>
      </dgm:t>
    </dgm:pt>
    <dgm:pt modelId="{7EA8F3BC-FAF8-4874-9EF5-02399D593091}" type="sibTrans" cxnId="{BDADF7D8-6E14-42F5-8BC1-C2CED3B2C4DC}">
      <dgm:prSet/>
      <dgm:spPr/>
      <dgm:t>
        <a:bodyPr/>
        <a:lstStyle/>
        <a:p>
          <a:endParaRPr lang="en-US"/>
        </a:p>
      </dgm:t>
    </dgm:pt>
    <dgm:pt modelId="{43234C0A-7BF1-477A-909F-CD35C4BA96F5}" type="pres">
      <dgm:prSet presAssocID="{7F0B8792-8DA2-4890-8BD7-980BBC54FBC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1B33F6D-4807-4323-BF28-6A00B0249751}" type="pres">
      <dgm:prSet presAssocID="{410F7339-F18C-4DDC-913E-D0C8C84FC1FC}" presName="root" presStyleCnt="0"/>
      <dgm:spPr/>
    </dgm:pt>
    <dgm:pt modelId="{20E28334-D15C-4403-9E4D-7C49313ED388}" type="pres">
      <dgm:prSet presAssocID="{410F7339-F18C-4DDC-913E-D0C8C84FC1FC}" presName="rootComposite" presStyleCnt="0"/>
      <dgm:spPr/>
    </dgm:pt>
    <dgm:pt modelId="{FC83976B-6EA1-443F-AB7E-BF47C2ECC01C}" type="pres">
      <dgm:prSet presAssocID="{410F7339-F18C-4DDC-913E-D0C8C84FC1FC}" presName="rootText" presStyleLbl="node1" presStyleIdx="0" presStyleCnt="2"/>
      <dgm:spPr/>
      <dgm:t>
        <a:bodyPr/>
        <a:lstStyle/>
        <a:p>
          <a:endParaRPr lang="en-US"/>
        </a:p>
      </dgm:t>
    </dgm:pt>
    <dgm:pt modelId="{EA810D8D-4E5D-454B-B59B-71F50B731F75}" type="pres">
      <dgm:prSet presAssocID="{410F7339-F18C-4DDC-913E-D0C8C84FC1FC}" presName="rootConnector" presStyleLbl="node1" presStyleIdx="0" presStyleCnt="2"/>
      <dgm:spPr/>
      <dgm:t>
        <a:bodyPr/>
        <a:lstStyle/>
        <a:p>
          <a:endParaRPr lang="en-US"/>
        </a:p>
      </dgm:t>
    </dgm:pt>
    <dgm:pt modelId="{325232AF-106E-4224-931A-80FC6404F13D}" type="pres">
      <dgm:prSet presAssocID="{410F7339-F18C-4DDC-913E-D0C8C84FC1FC}" presName="childShape" presStyleCnt="0"/>
      <dgm:spPr/>
    </dgm:pt>
    <dgm:pt modelId="{6E8A0DF1-731C-434A-9B28-1606E56D03FE}" type="pres">
      <dgm:prSet presAssocID="{89FBDE79-71A1-42A9-AD49-7583E63221B3}" presName="root" presStyleCnt="0"/>
      <dgm:spPr/>
    </dgm:pt>
    <dgm:pt modelId="{001D0D67-F14E-4796-A6AF-E5C2A95C6DB2}" type="pres">
      <dgm:prSet presAssocID="{89FBDE79-71A1-42A9-AD49-7583E63221B3}" presName="rootComposite" presStyleCnt="0"/>
      <dgm:spPr/>
    </dgm:pt>
    <dgm:pt modelId="{DCDF513D-2F22-4E09-AF1E-F8D22C23CFDE}" type="pres">
      <dgm:prSet presAssocID="{89FBDE79-71A1-42A9-AD49-7583E63221B3}" presName="rootText" presStyleLbl="node1" presStyleIdx="1" presStyleCnt="2"/>
      <dgm:spPr/>
      <dgm:t>
        <a:bodyPr/>
        <a:lstStyle/>
        <a:p>
          <a:endParaRPr lang="en-US"/>
        </a:p>
      </dgm:t>
    </dgm:pt>
    <dgm:pt modelId="{42F16669-4FAD-4A74-A230-D0234419C2D7}" type="pres">
      <dgm:prSet presAssocID="{89FBDE79-71A1-42A9-AD49-7583E63221B3}" presName="rootConnector" presStyleLbl="node1" presStyleIdx="1" presStyleCnt="2"/>
      <dgm:spPr/>
      <dgm:t>
        <a:bodyPr/>
        <a:lstStyle/>
        <a:p>
          <a:endParaRPr lang="en-US"/>
        </a:p>
      </dgm:t>
    </dgm:pt>
    <dgm:pt modelId="{8E60D650-77B4-4DC7-BDE7-822C586943F2}" type="pres">
      <dgm:prSet presAssocID="{89FBDE79-71A1-42A9-AD49-7583E63221B3}" presName="childShape" presStyleCnt="0"/>
      <dgm:spPr/>
    </dgm:pt>
  </dgm:ptLst>
  <dgm:cxnLst>
    <dgm:cxn modelId="{AA556912-F553-4AA7-9D00-DE2ADB60D84B}" srcId="{7F0B8792-8DA2-4890-8BD7-980BBC54FBC2}" destId="{410F7339-F18C-4DDC-913E-D0C8C84FC1FC}" srcOrd="0" destOrd="0" parTransId="{D7A59DDF-643D-4B0F-89B7-0D915F45B8FE}" sibTransId="{11BCB99E-F89B-4A1F-9BA5-23B75480787D}"/>
    <dgm:cxn modelId="{BDADF7D8-6E14-42F5-8BC1-C2CED3B2C4DC}" srcId="{7F0B8792-8DA2-4890-8BD7-980BBC54FBC2}" destId="{89FBDE79-71A1-42A9-AD49-7583E63221B3}" srcOrd="1" destOrd="0" parTransId="{2DE5DBE6-6A22-4FBF-AEE6-C703E13E8163}" sibTransId="{7EA8F3BC-FAF8-4874-9EF5-02399D593091}"/>
    <dgm:cxn modelId="{ECC2A846-033E-4A35-8E17-EAFA3EFC9854}" type="presOf" srcId="{89FBDE79-71A1-42A9-AD49-7583E63221B3}" destId="{42F16669-4FAD-4A74-A230-D0234419C2D7}" srcOrd="1" destOrd="0" presId="urn:microsoft.com/office/officeart/2005/8/layout/hierarchy3"/>
    <dgm:cxn modelId="{24FB9E82-B417-41BB-B911-9326D7F7D19E}" type="presOf" srcId="{410F7339-F18C-4DDC-913E-D0C8C84FC1FC}" destId="{FC83976B-6EA1-443F-AB7E-BF47C2ECC01C}" srcOrd="0" destOrd="0" presId="urn:microsoft.com/office/officeart/2005/8/layout/hierarchy3"/>
    <dgm:cxn modelId="{453B5D40-1D77-45DF-ACAB-1C6F65FF93EE}" type="presOf" srcId="{7F0B8792-8DA2-4890-8BD7-980BBC54FBC2}" destId="{43234C0A-7BF1-477A-909F-CD35C4BA96F5}" srcOrd="0" destOrd="0" presId="urn:microsoft.com/office/officeart/2005/8/layout/hierarchy3"/>
    <dgm:cxn modelId="{AFEF1532-51AD-495F-BCD2-6A0E4AEB4FA8}" type="presOf" srcId="{410F7339-F18C-4DDC-913E-D0C8C84FC1FC}" destId="{EA810D8D-4E5D-454B-B59B-71F50B731F75}" srcOrd="1" destOrd="0" presId="urn:microsoft.com/office/officeart/2005/8/layout/hierarchy3"/>
    <dgm:cxn modelId="{4C924F5C-B955-43DB-8EED-9FBE05BC7425}" type="presOf" srcId="{89FBDE79-71A1-42A9-AD49-7583E63221B3}" destId="{DCDF513D-2F22-4E09-AF1E-F8D22C23CFDE}" srcOrd="0" destOrd="0" presId="urn:microsoft.com/office/officeart/2005/8/layout/hierarchy3"/>
    <dgm:cxn modelId="{980B49FB-96DD-48FC-8177-608417129A1F}" type="presParOf" srcId="{43234C0A-7BF1-477A-909F-CD35C4BA96F5}" destId="{E1B33F6D-4807-4323-BF28-6A00B0249751}" srcOrd="0" destOrd="0" presId="urn:microsoft.com/office/officeart/2005/8/layout/hierarchy3"/>
    <dgm:cxn modelId="{944F1808-F802-46DE-ADFC-E29812B839C4}" type="presParOf" srcId="{E1B33F6D-4807-4323-BF28-6A00B0249751}" destId="{20E28334-D15C-4403-9E4D-7C49313ED388}" srcOrd="0" destOrd="0" presId="urn:microsoft.com/office/officeart/2005/8/layout/hierarchy3"/>
    <dgm:cxn modelId="{837E21C3-F6AB-4E6B-88A7-CB516395A626}" type="presParOf" srcId="{20E28334-D15C-4403-9E4D-7C49313ED388}" destId="{FC83976B-6EA1-443F-AB7E-BF47C2ECC01C}" srcOrd="0" destOrd="0" presId="urn:microsoft.com/office/officeart/2005/8/layout/hierarchy3"/>
    <dgm:cxn modelId="{39BFF281-20F6-4BA2-80ED-C45C907DE44A}" type="presParOf" srcId="{20E28334-D15C-4403-9E4D-7C49313ED388}" destId="{EA810D8D-4E5D-454B-B59B-71F50B731F75}" srcOrd="1" destOrd="0" presId="urn:microsoft.com/office/officeart/2005/8/layout/hierarchy3"/>
    <dgm:cxn modelId="{627C5AA3-CBC5-47B2-AF8C-A57FC57C1C84}" type="presParOf" srcId="{E1B33F6D-4807-4323-BF28-6A00B0249751}" destId="{325232AF-106E-4224-931A-80FC6404F13D}" srcOrd="1" destOrd="0" presId="urn:microsoft.com/office/officeart/2005/8/layout/hierarchy3"/>
    <dgm:cxn modelId="{1C2A6E7B-BD16-4C81-A6EB-3C30D89762A1}" type="presParOf" srcId="{43234C0A-7BF1-477A-909F-CD35C4BA96F5}" destId="{6E8A0DF1-731C-434A-9B28-1606E56D03FE}" srcOrd="1" destOrd="0" presId="urn:microsoft.com/office/officeart/2005/8/layout/hierarchy3"/>
    <dgm:cxn modelId="{CA743B00-A4D8-4FFC-A502-3CBCE66B529F}" type="presParOf" srcId="{6E8A0DF1-731C-434A-9B28-1606E56D03FE}" destId="{001D0D67-F14E-4796-A6AF-E5C2A95C6DB2}" srcOrd="0" destOrd="0" presId="urn:microsoft.com/office/officeart/2005/8/layout/hierarchy3"/>
    <dgm:cxn modelId="{D4B40F52-1B46-458E-B4FA-29146D0C21FF}" type="presParOf" srcId="{001D0D67-F14E-4796-A6AF-E5C2A95C6DB2}" destId="{DCDF513D-2F22-4E09-AF1E-F8D22C23CFDE}" srcOrd="0" destOrd="0" presId="urn:microsoft.com/office/officeart/2005/8/layout/hierarchy3"/>
    <dgm:cxn modelId="{9A00A0AB-6112-4932-A868-70D64633B325}" type="presParOf" srcId="{001D0D67-F14E-4796-A6AF-E5C2A95C6DB2}" destId="{42F16669-4FAD-4A74-A230-D0234419C2D7}" srcOrd="1" destOrd="0" presId="urn:microsoft.com/office/officeart/2005/8/layout/hierarchy3"/>
    <dgm:cxn modelId="{1BF77606-098E-4A38-B929-8B5CB683CAEE}" type="presParOf" srcId="{6E8A0DF1-731C-434A-9B28-1606E56D03FE}" destId="{8E60D650-77B4-4DC7-BDE7-822C586943F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28932B-C295-40C3-A45A-3CAF271523C7}">
      <dsp:nvSpPr>
        <dsp:cNvPr id="0" name=""/>
        <dsp:cNvSpPr/>
      </dsp:nvSpPr>
      <dsp:spPr>
        <a:xfrm>
          <a:off x="4298944" y="2173"/>
          <a:ext cx="4836313" cy="1434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Компютърна мрежа е система от свързани устройства, които обменят информация и ресурси.</a:t>
          </a:r>
          <a:endParaRPr lang="en-US" sz="2500" kern="1200"/>
        </a:p>
      </dsp:txBody>
      <dsp:txXfrm>
        <a:off x="4368981" y="72210"/>
        <a:ext cx="4696239" cy="1294645"/>
      </dsp:txXfrm>
    </dsp:sp>
    <dsp:sp modelId="{EB958A82-D2A8-4397-9ACF-1122C3EEC326}">
      <dsp:nvSpPr>
        <dsp:cNvPr id="0" name=""/>
        <dsp:cNvSpPr/>
      </dsp:nvSpPr>
      <dsp:spPr>
        <a:xfrm>
          <a:off x="4298944" y="1508629"/>
          <a:ext cx="4836313" cy="1434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Основна цел: споделяне на данни, ресурси и услуги.</a:t>
          </a:r>
          <a:endParaRPr lang="en-US" sz="2500" kern="1200"/>
        </a:p>
      </dsp:txBody>
      <dsp:txXfrm>
        <a:off x="4368981" y="1578666"/>
        <a:ext cx="4696239" cy="1294645"/>
      </dsp:txXfrm>
    </dsp:sp>
    <dsp:sp modelId="{C7C1A3E4-3FDA-436F-9464-99EC177DFCC0}">
      <dsp:nvSpPr>
        <dsp:cNvPr id="0" name=""/>
        <dsp:cNvSpPr/>
      </dsp:nvSpPr>
      <dsp:spPr>
        <a:xfrm>
          <a:off x="4298944" y="3015085"/>
          <a:ext cx="4836313" cy="1434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Примери: училищната мрежа, интернет, офисни мрежи.</a:t>
          </a:r>
          <a:endParaRPr lang="en-US" sz="2500" kern="1200"/>
        </a:p>
      </dsp:txBody>
      <dsp:txXfrm>
        <a:off x="4368981" y="3085122"/>
        <a:ext cx="4696239" cy="12946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58D29-A047-4255-9B9A-97BDB61E794F}">
      <dsp:nvSpPr>
        <dsp:cNvPr id="0" name=""/>
        <dsp:cNvSpPr/>
      </dsp:nvSpPr>
      <dsp:spPr>
        <a:xfrm>
          <a:off x="5008939" y="2474"/>
          <a:ext cx="5635056" cy="108191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/>
            <a:t>Електронна поща (E-mail) – изпращане и получаване на съобщения.</a:t>
          </a:r>
          <a:endParaRPr lang="en-US" sz="2500" kern="1200" dirty="0"/>
        </a:p>
      </dsp:txBody>
      <dsp:txXfrm>
        <a:off x="5061754" y="55289"/>
        <a:ext cx="5529426" cy="976288"/>
      </dsp:txXfrm>
    </dsp:sp>
    <dsp:sp modelId="{3B1F202A-B88C-4642-8B95-599E7D072834}">
      <dsp:nvSpPr>
        <dsp:cNvPr id="0" name=""/>
        <dsp:cNvSpPr/>
      </dsp:nvSpPr>
      <dsp:spPr>
        <a:xfrm>
          <a:off x="5008939" y="1138488"/>
          <a:ext cx="5635056" cy="1081918"/>
        </a:xfrm>
        <a:prstGeom prst="roundRect">
          <a:avLst/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Уеб услуги (WWW) – достъп до сайтове и информация.</a:t>
          </a:r>
          <a:endParaRPr lang="en-US" sz="2500" kern="1200"/>
        </a:p>
      </dsp:txBody>
      <dsp:txXfrm>
        <a:off x="5061754" y="1191303"/>
        <a:ext cx="5529426" cy="976288"/>
      </dsp:txXfrm>
    </dsp:sp>
    <dsp:sp modelId="{7C013B2D-0579-4614-957B-FB56569A5B02}">
      <dsp:nvSpPr>
        <dsp:cNvPr id="0" name=""/>
        <dsp:cNvSpPr/>
      </dsp:nvSpPr>
      <dsp:spPr>
        <a:xfrm>
          <a:off x="5008939" y="2274502"/>
          <a:ext cx="5635056" cy="1081918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Файлови услуги – споделяне на документи.</a:t>
          </a:r>
          <a:endParaRPr lang="en-US" sz="2500" kern="1200"/>
        </a:p>
      </dsp:txBody>
      <dsp:txXfrm>
        <a:off x="5061754" y="2327317"/>
        <a:ext cx="5529426" cy="976288"/>
      </dsp:txXfrm>
    </dsp:sp>
    <dsp:sp modelId="{480440D6-86DC-49EF-86CB-F2501ACBFB5A}">
      <dsp:nvSpPr>
        <dsp:cNvPr id="0" name=""/>
        <dsp:cNvSpPr/>
      </dsp:nvSpPr>
      <dsp:spPr>
        <a:xfrm>
          <a:off x="5008939" y="3410516"/>
          <a:ext cx="5635056" cy="1081918"/>
        </a:xfrm>
        <a:prstGeom prst="roundRect">
          <a:avLst/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Облачни услуги – съхранение и обработка на данни онлайн.</a:t>
          </a:r>
          <a:endParaRPr lang="en-US" sz="2500" kern="1200"/>
        </a:p>
      </dsp:txBody>
      <dsp:txXfrm>
        <a:off x="5061754" y="3463331"/>
        <a:ext cx="5529426" cy="976288"/>
      </dsp:txXfrm>
    </dsp:sp>
    <dsp:sp modelId="{BD9C02AA-1025-46F1-B348-8453B292FCB3}">
      <dsp:nvSpPr>
        <dsp:cNvPr id="0" name=""/>
        <dsp:cNvSpPr/>
      </dsp:nvSpPr>
      <dsp:spPr>
        <a:xfrm>
          <a:off x="5008939" y="4546530"/>
          <a:ext cx="5635056" cy="1081918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Комуникационни услуги – чатове, видеоразговори, социални мрежи.</a:t>
          </a:r>
          <a:endParaRPr lang="en-US" sz="2500" kern="1200"/>
        </a:p>
      </dsp:txBody>
      <dsp:txXfrm>
        <a:off x="5061754" y="4599345"/>
        <a:ext cx="5529426" cy="9762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076745-8416-40E5-B9B6-C6E7E6A3A102}">
      <dsp:nvSpPr>
        <dsp:cNvPr id="0" name=""/>
        <dsp:cNvSpPr/>
      </dsp:nvSpPr>
      <dsp:spPr>
        <a:xfrm>
          <a:off x="380489" y="0"/>
          <a:ext cx="5530735" cy="553073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CEBCA5-C007-4E7C-9FDA-6486260BBCDC}">
      <dsp:nvSpPr>
        <dsp:cNvPr id="0" name=""/>
        <dsp:cNvSpPr/>
      </dsp:nvSpPr>
      <dsp:spPr>
        <a:xfrm>
          <a:off x="905909" y="525419"/>
          <a:ext cx="2156986" cy="215698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Google Drive, OneDrive, Dropbox – </a:t>
          </a:r>
          <a:r>
            <a:rPr lang="bg-BG" sz="2300" kern="1200"/>
            <a:t>облачно съхранение.</a:t>
          </a:r>
          <a:endParaRPr lang="en-US" sz="2300" kern="1200"/>
        </a:p>
      </dsp:txBody>
      <dsp:txXfrm>
        <a:off x="1011204" y="630714"/>
        <a:ext cx="1946396" cy="1946396"/>
      </dsp:txXfrm>
    </dsp:sp>
    <dsp:sp modelId="{6757050B-6463-48E9-BB97-4D8236592267}">
      <dsp:nvSpPr>
        <dsp:cNvPr id="0" name=""/>
        <dsp:cNvSpPr/>
      </dsp:nvSpPr>
      <dsp:spPr>
        <a:xfrm>
          <a:off x="3228818" y="525419"/>
          <a:ext cx="2156986" cy="2156986"/>
        </a:xfrm>
        <a:prstGeom prst="roundRect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Gmail, Outlook – </a:t>
          </a:r>
          <a:r>
            <a:rPr lang="bg-BG" sz="2300" kern="1200"/>
            <a:t>електронна поща.</a:t>
          </a:r>
          <a:endParaRPr lang="en-US" sz="2300" kern="1200"/>
        </a:p>
      </dsp:txBody>
      <dsp:txXfrm>
        <a:off x="3334113" y="630714"/>
        <a:ext cx="1946396" cy="1946396"/>
      </dsp:txXfrm>
    </dsp:sp>
    <dsp:sp modelId="{ADAC8E20-C62F-4DFF-84EE-CA8B3C35491F}">
      <dsp:nvSpPr>
        <dsp:cNvPr id="0" name=""/>
        <dsp:cNvSpPr/>
      </dsp:nvSpPr>
      <dsp:spPr>
        <a:xfrm>
          <a:off x="905909" y="2848328"/>
          <a:ext cx="2156986" cy="2156986"/>
        </a:xfrm>
        <a:prstGeom prst="roundRect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YouTube, Wikipedia – </a:t>
          </a:r>
          <a:r>
            <a:rPr lang="bg-BG" sz="2300" kern="1200"/>
            <a:t>уеб услуги.</a:t>
          </a:r>
          <a:endParaRPr lang="en-US" sz="2300" kern="1200"/>
        </a:p>
      </dsp:txBody>
      <dsp:txXfrm>
        <a:off x="1011204" y="2953623"/>
        <a:ext cx="1946396" cy="1946396"/>
      </dsp:txXfrm>
    </dsp:sp>
    <dsp:sp modelId="{DA5E07C3-41C1-4390-8BAF-D54D795F5B25}">
      <dsp:nvSpPr>
        <dsp:cNvPr id="0" name=""/>
        <dsp:cNvSpPr/>
      </dsp:nvSpPr>
      <dsp:spPr>
        <a:xfrm>
          <a:off x="3228818" y="2848328"/>
          <a:ext cx="2156986" cy="2156986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Zoom, Teams, Discord – </a:t>
          </a:r>
          <a:r>
            <a:rPr lang="bg-BG" sz="2300" kern="1200"/>
            <a:t>комуникация.</a:t>
          </a:r>
          <a:endParaRPr lang="en-US" sz="2300" kern="1200"/>
        </a:p>
      </dsp:txBody>
      <dsp:txXfrm>
        <a:off x="3334113" y="2953623"/>
        <a:ext cx="1946396" cy="19463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329FBD-8D39-4791-8640-24899598CD3F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FD55B-6129-4A19-A420-456B4B7B0872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Използвай силни пароли.</a:t>
          </a:r>
          <a:endParaRPr lang="en-US" sz="3800" kern="1200"/>
        </a:p>
      </dsp:txBody>
      <dsp:txXfrm>
        <a:off x="0" y="0"/>
        <a:ext cx="10515600" cy="1087834"/>
      </dsp:txXfrm>
    </dsp:sp>
    <dsp:sp modelId="{F10AB546-B835-4385-AF85-5D1721FACC89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1270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9EEC0-3B66-477C-9DA0-A2B3DFC5F230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Не споделяй лична информация.</a:t>
          </a:r>
          <a:endParaRPr lang="en-US" sz="3800" kern="1200"/>
        </a:p>
      </dsp:txBody>
      <dsp:txXfrm>
        <a:off x="0" y="1087834"/>
        <a:ext cx="10515600" cy="1087834"/>
      </dsp:txXfrm>
    </dsp:sp>
    <dsp:sp modelId="{AF91B702-8FEB-4DED-8CC3-2B74B32265B3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1270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CE1FE-615E-4AEE-B973-44C6E1B9F689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Внимавай със съмнителни имейли и линкове.</a:t>
          </a:r>
          <a:endParaRPr lang="en-US" sz="3800" kern="1200"/>
        </a:p>
      </dsp:txBody>
      <dsp:txXfrm>
        <a:off x="0" y="2175669"/>
        <a:ext cx="10515600" cy="1087834"/>
      </dsp:txXfrm>
    </dsp:sp>
    <dsp:sp modelId="{FF088627-290A-45D0-82BB-1172EC1DF7AF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5BF723-F83C-4AF5-B4B0-971908B1849C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Използвай антивирусен софтуер и защитна стена.</a:t>
          </a:r>
          <a:endParaRPr lang="en-US" sz="3800" kern="1200"/>
        </a:p>
      </dsp:txBody>
      <dsp:txXfrm>
        <a:off x="0" y="3263503"/>
        <a:ext cx="10515600" cy="10878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4EE64F-CF6D-4EF0-8540-DB54DE55242E}">
      <dsp:nvSpPr>
        <dsp:cNvPr id="0" name=""/>
        <dsp:cNvSpPr/>
      </dsp:nvSpPr>
      <dsp:spPr>
        <a:xfrm>
          <a:off x="0" y="188649"/>
          <a:ext cx="1051560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Улесняват комуникацията.</a:t>
          </a:r>
          <a:endParaRPr lang="en-US" sz="3800" kern="1200"/>
        </a:p>
      </dsp:txBody>
      <dsp:txXfrm>
        <a:off x="44492" y="233141"/>
        <a:ext cx="10426616" cy="822446"/>
      </dsp:txXfrm>
    </dsp:sp>
    <dsp:sp modelId="{F817A2FC-96F1-45D2-808D-877B37E07938}">
      <dsp:nvSpPr>
        <dsp:cNvPr id="0" name=""/>
        <dsp:cNvSpPr/>
      </dsp:nvSpPr>
      <dsp:spPr>
        <a:xfrm>
          <a:off x="0" y="1209519"/>
          <a:ext cx="1051560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Позволяват дистанционно обучение и работа.</a:t>
          </a:r>
          <a:endParaRPr lang="en-US" sz="3800" kern="1200"/>
        </a:p>
      </dsp:txBody>
      <dsp:txXfrm>
        <a:off x="44492" y="1254011"/>
        <a:ext cx="10426616" cy="822446"/>
      </dsp:txXfrm>
    </dsp:sp>
    <dsp:sp modelId="{99810BE8-44B5-44E0-A989-84B6C028ABDD}">
      <dsp:nvSpPr>
        <dsp:cNvPr id="0" name=""/>
        <dsp:cNvSpPr/>
      </dsp:nvSpPr>
      <dsp:spPr>
        <a:xfrm>
          <a:off x="0" y="2230389"/>
          <a:ext cx="1051560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Поддържат обмен на информация по целия свят.</a:t>
          </a:r>
          <a:endParaRPr lang="en-US" sz="3800" kern="1200"/>
        </a:p>
      </dsp:txBody>
      <dsp:txXfrm>
        <a:off x="44492" y="2274881"/>
        <a:ext cx="10426616" cy="822446"/>
      </dsp:txXfrm>
    </dsp:sp>
    <dsp:sp modelId="{56866B5A-AD6F-4A96-9E2D-1FB3FA86BA1B}">
      <dsp:nvSpPr>
        <dsp:cNvPr id="0" name=""/>
        <dsp:cNvSpPr/>
      </dsp:nvSpPr>
      <dsp:spPr>
        <a:xfrm>
          <a:off x="0" y="3251259"/>
          <a:ext cx="1051560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Свързват хора, организации и държави.</a:t>
          </a:r>
          <a:endParaRPr lang="en-US" sz="3800" kern="1200"/>
        </a:p>
      </dsp:txBody>
      <dsp:txXfrm>
        <a:off x="44492" y="3295751"/>
        <a:ext cx="10426616" cy="8224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3976B-6EA1-443F-AB7E-BF47C2ECC01C}">
      <dsp:nvSpPr>
        <dsp:cNvPr id="0" name=""/>
        <dsp:cNvSpPr/>
      </dsp:nvSpPr>
      <dsp:spPr>
        <a:xfrm>
          <a:off x="1283" y="1007554"/>
          <a:ext cx="4672458" cy="2336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/>
            <a:t>Компютърните мрежи са основата на съвременния дигитален свят.</a:t>
          </a:r>
          <a:endParaRPr lang="en-US" sz="3600" kern="1200"/>
        </a:p>
      </dsp:txBody>
      <dsp:txXfrm>
        <a:off x="69709" y="1075980"/>
        <a:ext cx="4535606" cy="2199377"/>
      </dsp:txXfrm>
    </dsp:sp>
    <dsp:sp modelId="{DCDF513D-2F22-4E09-AF1E-F8D22C23CFDE}">
      <dsp:nvSpPr>
        <dsp:cNvPr id="0" name=""/>
        <dsp:cNvSpPr/>
      </dsp:nvSpPr>
      <dsp:spPr>
        <a:xfrm>
          <a:off x="5841857" y="1007554"/>
          <a:ext cx="4672458" cy="2336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/>
            <a:t>Те свързват хората, технологиите и информацията в едно глобално общество.</a:t>
          </a:r>
          <a:endParaRPr lang="en-US" sz="3600" kern="1200"/>
        </a:p>
      </dsp:txBody>
      <dsp:txXfrm>
        <a:off x="5910283" y="1075980"/>
        <a:ext cx="4535606" cy="21993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3641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9335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16163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5699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0862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615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5657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67889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57403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5953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8062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1AE3C-62A2-4706-8FD0-B3B59D32E39B}" type="datetimeFigureOut">
              <a:rPr lang="bg-BG" smtClean="0"/>
              <a:t>6.11.2025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9D736-4996-48AB-80EA-76847560E38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048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Локални и глобални компютърни мрежи. Услуги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bg-BG" b="1"/>
              <a:t>9 клас</a:t>
            </a:r>
          </a:p>
        </p:txBody>
      </p:sp>
    </p:spTree>
    <p:extLst>
      <p:ext uri="{BB962C8B-B14F-4D97-AF65-F5344CB8AC3E}">
        <p14:creationId xmlns:p14="http://schemas.microsoft.com/office/powerpoint/2010/main" val="330311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BF7030-3682-EA51-EE80-F3206809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278" r="9085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/>
              <a:t> </a:t>
            </a:r>
            <a:r>
              <a:rPr lang="en-US" b="1" dirty="0"/>
              <a:t>1. </a:t>
            </a:r>
            <a:r>
              <a:rPr lang="bg-BG" b="1" dirty="0"/>
              <a:t>Какво е компютърна мрежа?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91EA8C-D2D5-D06F-657B-87A00F6376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3672829"/>
              </p:ext>
            </p:extLst>
          </p:nvPr>
        </p:nvGraphicFramePr>
        <p:xfrm>
          <a:off x="-125083" y="1724984"/>
          <a:ext cx="13434203" cy="4451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4144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2. </a:t>
            </a:r>
            <a:r>
              <a:rPr lang="bg-BG" b="1">
                <a:solidFill>
                  <a:srgbClr val="FFFFFF"/>
                </a:solidFill>
              </a:rPr>
              <a:t>Локална мрежа (</a:t>
            </a:r>
            <a:r>
              <a:rPr lang="en-US" b="1">
                <a:solidFill>
                  <a:srgbClr val="FFFFFF"/>
                </a:solidFill>
              </a:rPr>
              <a:t>LAN)</a:t>
            </a:r>
            <a:endParaRPr lang="bg-BG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LAN (Local Area Network) – </a:t>
            </a:r>
            <a:r>
              <a:rPr lang="bg-BG" dirty="0"/>
              <a:t>обхваща малка географска област (сграда, училище, офис).</a:t>
            </a:r>
          </a:p>
          <a:p>
            <a:endParaRPr lang="bg-BG" dirty="0"/>
          </a:p>
          <a:p>
            <a:r>
              <a:rPr lang="bg-BG" dirty="0"/>
              <a:t>Бърза и сигурна, използва </a:t>
            </a:r>
            <a:r>
              <a:rPr lang="en-US" dirty="0"/>
              <a:t>Ethernet </a:t>
            </a:r>
            <a:r>
              <a:rPr lang="bg-BG" dirty="0"/>
              <a:t>или </a:t>
            </a:r>
            <a:r>
              <a:rPr lang="en-US" dirty="0"/>
              <a:t>Wi-Fi.</a:t>
            </a:r>
          </a:p>
          <a:p>
            <a:endParaRPr lang="en-US" dirty="0"/>
          </a:p>
          <a:p>
            <a:r>
              <a:rPr lang="bg-BG" dirty="0"/>
              <a:t>Примери: училищната мрежа, домашната </a:t>
            </a:r>
            <a:r>
              <a:rPr lang="en-US" dirty="0"/>
              <a:t>Wi-Fi </a:t>
            </a:r>
            <a:r>
              <a:rPr lang="bg-BG" dirty="0"/>
              <a:t>мрежа.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55265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3. </a:t>
            </a:r>
            <a:r>
              <a:rPr lang="bg-BG" b="1">
                <a:solidFill>
                  <a:srgbClr val="FFFFFF"/>
                </a:solidFill>
              </a:rPr>
              <a:t>Глобална мрежа (</a:t>
            </a:r>
            <a:r>
              <a:rPr lang="en-US" b="1">
                <a:solidFill>
                  <a:srgbClr val="FFFFFF"/>
                </a:solidFill>
              </a:rPr>
              <a:t>WAN)</a:t>
            </a:r>
            <a:endParaRPr lang="bg-BG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WAN (Wide Area Network) – </a:t>
            </a:r>
            <a:r>
              <a:rPr lang="bg-BG" dirty="0"/>
              <a:t>свързва множество локални мрежи на големи разстояния.</a:t>
            </a:r>
          </a:p>
          <a:p>
            <a:endParaRPr lang="bg-BG" dirty="0"/>
          </a:p>
          <a:p>
            <a:r>
              <a:rPr lang="bg-BG" dirty="0"/>
              <a:t>Използва телекомуникационни връзки (оптични кабели, сателити).</a:t>
            </a:r>
          </a:p>
          <a:p>
            <a:endParaRPr lang="bg-BG" dirty="0"/>
          </a:p>
          <a:p>
            <a:r>
              <a:rPr lang="bg-BG" dirty="0"/>
              <a:t>Най-голямата </a:t>
            </a:r>
            <a:r>
              <a:rPr lang="en-US" dirty="0"/>
              <a:t>WAN </a:t>
            </a:r>
            <a:r>
              <a:rPr lang="bg-BG" dirty="0"/>
              <a:t>мрежа е Интернет.</a:t>
            </a:r>
          </a:p>
        </p:txBody>
      </p:sp>
    </p:spTree>
    <p:extLst>
      <p:ext uri="{BB962C8B-B14F-4D97-AF65-F5344CB8AC3E}">
        <p14:creationId xmlns:p14="http://schemas.microsoft.com/office/powerpoint/2010/main" val="257430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4. </a:t>
            </a:r>
            <a:r>
              <a:rPr lang="ru-RU" b="1">
                <a:solidFill>
                  <a:srgbClr val="FFFFFF"/>
                </a:solidFill>
              </a:rPr>
              <a:t>Разлики между LAN и WAN</a:t>
            </a:r>
            <a:br>
              <a:rPr lang="ru-RU" b="1">
                <a:solidFill>
                  <a:srgbClr val="FFFFFF"/>
                </a:solidFill>
              </a:rPr>
            </a:br>
            <a:endParaRPr lang="bg-BG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ru-RU" dirty="0"/>
          </a:p>
          <a:p>
            <a:r>
              <a:rPr lang="ru-RU" dirty="0"/>
              <a:t>LAN – малък обхват, висока скорост, ниска цена, частна собственост.</a:t>
            </a:r>
          </a:p>
          <a:p>
            <a:endParaRPr lang="ru-RU" dirty="0"/>
          </a:p>
          <a:p>
            <a:r>
              <a:rPr lang="ru-RU" dirty="0"/>
              <a:t>WAN – голям обхват, по-ниска скорост, висока цена, публична или споделена собственост.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64824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145" y="278685"/>
            <a:ext cx="5387502" cy="1325563"/>
          </a:xfrm>
        </p:spPr>
        <p:txBody>
          <a:bodyPr>
            <a:normAutofit/>
          </a:bodyPr>
          <a:lstStyle/>
          <a:p>
            <a:r>
              <a:rPr lang="en-US" b="1" dirty="0"/>
              <a:t>5. </a:t>
            </a:r>
            <a:r>
              <a:rPr lang="ru-RU" b="1" dirty="0"/>
              <a:t>Основни услуги в компютърните мрежи</a:t>
            </a:r>
            <a:endParaRPr lang="bg-BG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7E73F5-EFA2-957E-7D16-C7E2471C42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34" r="21835" b="2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27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32F848-6FF2-5BAC-9F1F-1C8EAF9D81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772934"/>
              </p:ext>
            </p:extLst>
          </p:nvPr>
        </p:nvGraphicFramePr>
        <p:xfrm>
          <a:off x="-4371519" y="1379750"/>
          <a:ext cx="15652935" cy="5630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11051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6. </a:t>
            </a:r>
            <a:r>
              <a:rPr lang="ru-RU" b="1">
                <a:solidFill>
                  <a:srgbClr val="FFFFFF"/>
                </a:solidFill>
              </a:rPr>
              <a:t>Примери за популярни мрежови услуги</a:t>
            </a:r>
            <a:r>
              <a:rPr lang="en-US" b="1">
                <a:solidFill>
                  <a:srgbClr val="FFFFFF"/>
                </a:solidFill>
              </a:rPr>
              <a:t>:</a:t>
            </a:r>
            <a:endParaRPr lang="bg-BG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34642E-F369-6991-DA2E-F884B08A95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9458653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953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B11696-4F18-8A61-9229-A17444F4D7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8473" b="1473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7. </a:t>
            </a:r>
            <a:r>
              <a:rPr lang="bg-BG" b="1">
                <a:solidFill>
                  <a:srgbClr val="FFFFFF"/>
                </a:solidFill>
              </a:rPr>
              <a:t>Безопасност в мрежите</a:t>
            </a:r>
            <a:r>
              <a:rPr lang="en-US" b="1">
                <a:solidFill>
                  <a:srgbClr val="FFFFFF"/>
                </a:solidFill>
              </a:rPr>
              <a:t>.</a:t>
            </a:r>
            <a:endParaRPr lang="bg-BG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185668-8088-74B8-25F3-410D1A3961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1911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53474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8. </a:t>
            </a:r>
            <a:r>
              <a:rPr lang="bg-BG" b="1" dirty="0"/>
              <a:t>Значение на компютърните мрежи</a:t>
            </a:r>
            <a:r>
              <a:rPr lang="en-US" b="1" dirty="0"/>
              <a:t>.</a:t>
            </a:r>
            <a:endParaRPr lang="bg-BG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1932F1-9DBC-1807-663B-791BBC8A39F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037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9. </a:t>
            </a:r>
            <a:r>
              <a:rPr lang="bg-BG" b="1" dirty="0"/>
              <a:t>Извод</a:t>
            </a:r>
            <a:r>
              <a:rPr lang="en-US" b="1" dirty="0"/>
              <a:t>:</a:t>
            </a:r>
            <a:endParaRPr lang="bg-BG" b="1" dirty="0"/>
          </a:p>
        </p:txBody>
      </p:sp>
      <p:graphicFrame>
        <p:nvGraphicFramePr>
          <p:cNvPr id="30" name="Content Placeholder 2">
            <a:extLst>
              <a:ext uri="{FF2B5EF4-FFF2-40B4-BE49-F238E27FC236}">
                <a16:creationId xmlns:a16="http://schemas.microsoft.com/office/drawing/2014/main" id="{9201CFB0-422F-BE16-9EC0-B72E9ACAC5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859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Видове мрежи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 smtClean="0"/>
              <a:t> </a:t>
            </a:r>
            <a:r>
              <a:rPr lang="bg-BG" sz="4400" b="1" dirty="0" smtClean="0">
                <a:latin typeface="+mj-lt"/>
              </a:rPr>
              <a:t>1. </a:t>
            </a:r>
            <a:r>
              <a:rPr lang="ru-RU" sz="4400" b="1" dirty="0" smtClean="0">
                <a:latin typeface="+mj-lt"/>
              </a:rPr>
              <a:t>Според </a:t>
            </a:r>
            <a:r>
              <a:rPr lang="ru-RU" sz="4400" b="1" dirty="0">
                <a:latin typeface="+mj-lt"/>
              </a:rPr>
              <a:t>модела на организация на </a:t>
            </a:r>
            <a:r>
              <a:rPr lang="ru-RU" sz="4400" b="1" dirty="0" smtClean="0">
                <a:latin typeface="+mj-lt"/>
              </a:rPr>
              <a:t>работата:</a:t>
            </a:r>
            <a:endParaRPr lang="bg-BG" sz="4400" b="1" dirty="0" smtClean="0">
              <a:latin typeface="+mj-lt"/>
            </a:endParaRPr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b="1" dirty="0"/>
              <a:t>а</a:t>
            </a:r>
            <a:r>
              <a:rPr lang="bg-BG" b="1" dirty="0" smtClean="0"/>
              <a:t>)</a:t>
            </a:r>
            <a:r>
              <a:rPr lang="bg-BG" dirty="0" smtClean="0"/>
              <a:t> </a:t>
            </a:r>
            <a:r>
              <a:rPr lang="ru-RU" b="1" dirty="0" smtClean="0"/>
              <a:t>Мрежа </a:t>
            </a:r>
            <a:r>
              <a:rPr lang="ru-RU" b="1" dirty="0"/>
              <a:t>с равноправен достъп (peer-to-peer) </a:t>
            </a:r>
            <a:r>
              <a:rPr lang="ru-RU" dirty="0"/>
              <a:t>– всички компютри </a:t>
            </a:r>
            <a:r>
              <a:rPr lang="ru-RU" dirty="0" smtClean="0"/>
              <a:t>имат </a:t>
            </a:r>
            <a:r>
              <a:rPr lang="ru-RU" dirty="0"/>
              <a:t>равни възможности и еднакви функции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bg-BG" b="1" dirty="0" smtClean="0"/>
              <a:t>Предимства – лесни за инсталация и на по-ниска цена.</a:t>
            </a:r>
          </a:p>
          <a:p>
            <a:r>
              <a:rPr lang="bg-BG" b="1" dirty="0" smtClean="0"/>
              <a:t>Недостатъци – слаба сигурност на данните.</a:t>
            </a:r>
            <a:endParaRPr lang="ru-RU" b="1" dirty="0" smtClean="0"/>
          </a:p>
        </p:txBody>
      </p:sp>
    </p:spTree>
    <p:extLst>
      <p:ext uri="{BB962C8B-B14F-4D97-AF65-F5344CB8AC3E}">
        <p14:creationId xmlns:p14="http://schemas.microsoft.com/office/powerpoint/2010/main" val="1920774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/>
              <a:t> б</a:t>
            </a:r>
            <a:r>
              <a:rPr lang="ru-RU" b="1" dirty="0"/>
              <a:t>) Мрежа от тип клиент-сървър (client-server) </a:t>
            </a:r>
            <a:r>
              <a:rPr lang="ru-RU" dirty="0"/>
              <a:t>– един от компютрите има централна роля и се нарича сървър, а всички останали компютри в мрежата, които ползват услугите, осигурени от сървъра, се наричат клиенти</a:t>
            </a:r>
            <a:r>
              <a:rPr lang="ru-RU" dirty="0" smtClean="0"/>
              <a:t>.</a:t>
            </a:r>
          </a:p>
          <a:p>
            <a:r>
              <a:rPr lang="ru-RU" b="1" dirty="0" smtClean="0"/>
              <a:t>Предимства – по - добра сигурност, по - лесно администритане.</a:t>
            </a:r>
          </a:p>
          <a:p>
            <a:r>
              <a:rPr lang="ru-RU" b="1" dirty="0" smtClean="0"/>
              <a:t>Недостатъци – скъп мрежов софтуер, необходимост от скъп и мощен хардуер.</a:t>
            </a:r>
            <a:endParaRPr lang="ru-RU" b="1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72790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bg-BG" sz="4800" dirty="0"/>
              <a:t>2</a:t>
            </a:r>
            <a:r>
              <a:rPr lang="bg-BG" sz="4800" b="1" dirty="0"/>
              <a:t>. </a:t>
            </a:r>
            <a:r>
              <a:rPr lang="bg-BG" sz="4800" b="1" dirty="0" smtClean="0">
                <a:latin typeface="+mj-lt"/>
              </a:rPr>
              <a:t>Видове мрежови топологии:</a:t>
            </a:r>
          </a:p>
          <a:p>
            <a:r>
              <a:rPr lang="bg-BG" b="1" dirty="0"/>
              <a:t>а) тип “</a:t>
            </a:r>
            <a:r>
              <a:rPr lang="bg-BG" b="1" dirty="0" smtClean="0"/>
              <a:t>шина”- </a:t>
            </a:r>
            <a:r>
              <a:rPr lang="ru-RU" b="1" dirty="0" smtClean="0"/>
              <a:t>прилага </a:t>
            </a:r>
            <a:r>
              <a:rPr lang="ru-RU" b="1" dirty="0"/>
              <a:t>се общ централен кабел с начало и край, към който се свързват отделните компютри. </a:t>
            </a:r>
            <a:endParaRPr lang="ru-RU" b="1" dirty="0" smtClean="0"/>
          </a:p>
          <a:p>
            <a:r>
              <a:rPr lang="ru-RU" b="1" dirty="0" smtClean="0"/>
              <a:t>Предимство </a:t>
            </a:r>
            <a:r>
              <a:rPr lang="ru-RU" b="1" dirty="0"/>
              <a:t>– това е просто създадена мрежа</a:t>
            </a:r>
            <a:r>
              <a:rPr lang="ru-RU" b="1" dirty="0" smtClean="0"/>
              <a:t>.</a:t>
            </a:r>
          </a:p>
          <a:p>
            <a:r>
              <a:rPr lang="ru-RU" b="1" dirty="0" smtClean="0"/>
              <a:t> </a:t>
            </a:r>
            <a:r>
              <a:rPr lang="ru-RU" b="1" dirty="0"/>
              <a:t>Недостатък – изгражда се при сравнително малко разстояние между компютрите (иначе няма надеждно предаване на данните).</a:t>
            </a:r>
            <a:endParaRPr lang="bg-BG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705894"/>
            <a:ext cx="51816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11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b="1" dirty="0"/>
              <a:t>б) тип “ звезда</a:t>
            </a:r>
            <a:r>
              <a:rPr lang="bg-BG" sz="2400" b="1" dirty="0" smtClean="0"/>
              <a:t>” - </a:t>
            </a:r>
            <a:r>
              <a:rPr lang="ru-RU" sz="2400" b="1" dirty="0" smtClean="0"/>
              <a:t>всеки </a:t>
            </a:r>
            <a:r>
              <a:rPr lang="ru-RU" sz="2400" b="1" dirty="0"/>
              <a:t>компютър е свързан с отделен кабел към сървъра. </a:t>
            </a:r>
            <a:endParaRPr lang="ru-RU" sz="2400" b="1" dirty="0" smtClean="0"/>
          </a:p>
          <a:p>
            <a:r>
              <a:rPr lang="ru-RU" sz="2400" b="1" dirty="0" smtClean="0"/>
              <a:t>Предимство </a:t>
            </a:r>
            <a:r>
              <a:rPr lang="ru-RU" sz="2400" b="1" dirty="0"/>
              <a:t>е опростеното управление на </a:t>
            </a:r>
            <a:r>
              <a:rPr lang="ru-RU" sz="2400" b="1" dirty="0" smtClean="0"/>
              <a:t>мрежата.</a:t>
            </a:r>
          </a:p>
          <a:p>
            <a:r>
              <a:rPr lang="ru-RU" sz="2400" b="1" dirty="0" smtClean="0"/>
              <a:t>Недостатък-  </a:t>
            </a:r>
            <a:r>
              <a:rPr lang="ru-RU" sz="2400" b="1" dirty="0"/>
              <a:t>излизането от строя на сървъра води до блокиране на цялата мрежа.</a:t>
            </a:r>
            <a:endParaRPr lang="bg-BG" sz="24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00999" y="1825625"/>
            <a:ext cx="2937669" cy="293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95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bg-BG" sz="2400" b="1" dirty="0"/>
              <a:t>в) тип “пръстен</a:t>
            </a:r>
            <a:r>
              <a:rPr lang="bg-BG" sz="2400" b="1" dirty="0" smtClean="0"/>
              <a:t>”- </a:t>
            </a:r>
            <a:r>
              <a:rPr lang="ru-RU" sz="2400" b="1" dirty="0" smtClean="0"/>
              <a:t>компютрите </a:t>
            </a:r>
            <a:r>
              <a:rPr lang="ru-RU" sz="2400" b="1" dirty="0"/>
              <a:t>са свързани последователно с кабел, така че се образува затворен кръг. Данните се предават последователно от един компютър към друг, докато стигнат до получателя.</a:t>
            </a:r>
            <a:endParaRPr lang="bg-BG" sz="24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01183" y="2058194"/>
            <a:ext cx="20955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441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bg-BG" sz="2400" b="1" dirty="0"/>
              <a:t>г</a:t>
            </a:r>
            <a:r>
              <a:rPr lang="bg-BG" sz="2400" b="1" dirty="0" smtClean="0"/>
              <a:t>) тип „хиперкуб“ - </a:t>
            </a:r>
            <a:r>
              <a:rPr lang="ru-RU" sz="2400" b="1" dirty="0"/>
              <a:t>мрежова топология, при която всеки възел е свързан директно с други възли.</a:t>
            </a:r>
            <a:endParaRPr lang="bg-BG" sz="2400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96149" y="1958685"/>
            <a:ext cx="3550041" cy="348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87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615</Words>
  <Application>Microsoft Office PowerPoint</Application>
  <PresentationFormat>Widescreen</PresentationFormat>
  <Paragraphs>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Локални и глобални компютърни мрежи. Услуги</vt:lpstr>
      <vt:lpstr> 1. Какво е компютърна мрежа?</vt:lpstr>
      <vt:lpstr>2. Локална мрежа (LAN)</vt:lpstr>
      <vt:lpstr>3. Глобална мрежа (WAN)</vt:lpstr>
      <vt:lpstr>4. Разлики между LAN и WAN </vt:lpstr>
      <vt:lpstr>5. Основни услуги в компютърните мрежи</vt:lpstr>
      <vt:lpstr>6. Примери за популярни мрежови услуги:</vt:lpstr>
      <vt:lpstr>7. Безопасност в мрежите.</vt:lpstr>
      <vt:lpstr>8. Значение на компютърните мрежи.</vt:lpstr>
      <vt:lpstr>9. Извод:</vt:lpstr>
      <vt:lpstr>Видове мрежи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Локални и глобални компютърни мрежи. Услуги</dc:title>
  <dc:creator>Administrator</dc:creator>
  <cp:lastModifiedBy>Administrator</cp:lastModifiedBy>
  <cp:revision>81</cp:revision>
  <dcterms:created xsi:type="dcterms:W3CDTF">2025-10-29T12:51:52Z</dcterms:created>
  <dcterms:modified xsi:type="dcterms:W3CDTF">2025-11-06T08:02:19Z</dcterms:modified>
</cp:coreProperties>
</file>